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21031200" cx="3200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624">
          <p15:clr>
            <a:srgbClr val="000000"/>
          </p15:clr>
        </p15:guide>
        <p15:guide id="2" pos="10080">
          <p15:clr>
            <a:srgbClr val="000000"/>
          </p15:clr>
        </p15:guide>
      </p15:sldGuideLst>
    </p:ext>
    <p:ext uri="GoogleSlidesCustomDataVersion2">
      <go:slidesCustomData xmlns:go="http://customooxmlschemas.google.com/" r:id="rId7" roundtripDataSignature="AMtx7mgqw4verhR8mXoJd3+pxlrBKF7z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624" orient="horz"/>
        <p:guide pos="100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 name="Shape 15"/>
        <p:cNvGrpSpPr/>
        <p:nvPr/>
      </p:nvGrpSpPr>
      <p:grpSpPr>
        <a:xfrm>
          <a:off x="0" y="0"/>
          <a:ext cx="0" cy="0"/>
          <a:chOff x="0" y="0"/>
          <a:chExt cx="0" cy="0"/>
        </a:xfrm>
      </p:grpSpPr>
      <p:sp>
        <p:nvSpPr>
          <p:cNvPr id="16" name="Google Shape;16;p4"/>
          <p:cNvSpPr txBox="1"/>
          <p:nvPr>
            <p:ph type="title"/>
          </p:nvPr>
        </p:nvSpPr>
        <p:spPr>
          <a:xfrm rot="5400000">
            <a:off x="17831012" y="6214113"/>
            <a:ext cx="17944677" cy="72009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4"/>
          <p:cNvSpPr txBox="1"/>
          <p:nvPr>
            <p:ph idx="1" type="body"/>
          </p:nvPr>
        </p:nvSpPr>
        <p:spPr>
          <a:xfrm rot="5400000">
            <a:off x="3162512" y="-720087"/>
            <a:ext cx="17944677" cy="21069300"/>
          </a:xfrm>
          <a:prstGeom prst="rect">
            <a:avLst/>
          </a:prstGeom>
          <a:noFill/>
          <a:ln>
            <a:noFill/>
          </a:ln>
        </p:spPr>
        <p:txBody>
          <a:bodyPr anchorCtr="0" anchor="t" bIns="151525" lIns="303050" spcFirstLastPara="1" rIns="303050" wrap="square" tIns="1515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4"/>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 name="Shape 21"/>
        <p:cNvGrpSpPr/>
        <p:nvPr/>
      </p:nvGrpSpPr>
      <p:grpSpPr>
        <a:xfrm>
          <a:off x="0" y="0"/>
          <a:ext cx="0" cy="0"/>
          <a:chOff x="0" y="0"/>
          <a:chExt cx="0" cy="0"/>
        </a:xfrm>
      </p:grpSpPr>
      <p:sp>
        <p:nvSpPr>
          <p:cNvPr id="22" name="Google Shape;22;p5"/>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5"/>
          <p:cNvSpPr txBox="1"/>
          <p:nvPr>
            <p:ph idx="1" type="body"/>
          </p:nvPr>
        </p:nvSpPr>
        <p:spPr>
          <a:xfrm rot="5400000">
            <a:off x="9062244" y="-2555082"/>
            <a:ext cx="13879512" cy="28803600"/>
          </a:xfrm>
          <a:prstGeom prst="rect">
            <a:avLst/>
          </a:prstGeom>
          <a:noFill/>
          <a:ln>
            <a:noFill/>
          </a:ln>
        </p:spPr>
        <p:txBody>
          <a:bodyPr anchorCtr="0" anchor="t" bIns="151525" lIns="303050" spcFirstLastPara="1" rIns="303050" wrap="square" tIns="1515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6"/>
          <p:cNvSpPr txBox="1"/>
          <p:nvPr>
            <p:ph type="title"/>
          </p:nvPr>
        </p:nvSpPr>
        <p:spPr>
          <a:xfrm>
            <a:off x="6273008" y="14721840"/>
            <a:ext cx="19202400" cy="1737997"/>
          </a:xfrm>
          <a:prstGeom prst="rect">
            <a:avLst/>
          </a:prstGeom>
          <a:noFill/>
          <a:ln>
            <a:noFill/>
          </a:ln>
        </p:spPr>
        <p:txBody>
          <a:bodyPr anchorCtr="0" anchor="b" bIns="151525" lIns="303050" spcFirstLastPara="1" rIns="303050" wrap="square" tIns="151525">
            <a:noAutofit/>
          </a:bodyPr>
          <a:lstStyle>
            <a:lvl1pPr lvl="0" algn="l">
              <a:spcBef>
                <a:spcPts val="0"/>
              </a:spcBef>
              <a:spcAft>
                <a:spcPts val="0"/>
              </a:spcAft>
              <a:buSzPts val="1400"/>
              <a:buNone/>
              <a:defRPr b="1" sz="6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6"/>
          <p:cNvSpPr/>
          <p:nvPr>
            <p:ph idx="2" type="pic"/>
          </p:nvPr>
        </p:nvSpPr>
        <p:spPr>
          <a:xfrm>
            <a:off x="6273008" y="1879177"/>
            <a:ext cx="19202400" cy="12618720"/>
          </a:xfrm>
          <a:prstGeom prst="rect">
            <a:avLst/>
          </a:prstGeom>
          <a:noFill/>
          <a:ln>
            <a:noFill/>
          </a:ln>
        </p:spPr>
      </p:sp>
      <p:sp>
        <p:nvSpPr>
          <p:cNvPr id="30" name="Google Shape;30;p6"/>
          <p:cNvSpPr txBox="1"/>
          <p:nvPr>
            <p:ph idx="1" type="body"/>
          </p:nvPr>
        </p:nvSpPr>
        <p:spPr>
          <a:xfrm>
            <a:off x="6273008" y="16459837"/>
            <a:ext cx="19202400" cy="2468243"/>
          </a:xfrm>
          <a:prstGeom prst="rect">
            <a:avLst/>
          </a:prstGeom>
          <a:noFill/>
          <a:ln>
            <a:noFill/>
          </a:ln>
        </p:spPr>
        <p:txBody>
          <a:bodyPr anchorCtr="0" anchor="t" bIns="151525" lIns="303050" spcFirstLastPara="1" rIns="303050" wrap="square" tIns="151525">
            <a:noAutofit/>
          </a:bodyPr>
          <a:lstStyle>
            <a:lvl1pPr indent="-228600" lvl="0" marL="457200" algn="l">
              <a:spcBef>
                <a:spcPts val="920"/>
              </a:spcBef>
              <a:spcAft>
                <a:spcPts val="0"/>
              </a:spcAft>
              <a:buClr>
                <a:schemeClr val="dk1"/>
              </a:buClr>
              <a:buSzPts val="4600"/>
              <a:buNone/>
              <a:defRPr sz="4600"/>
            </a:lvl1pPr>
            <a:lvl2pPr indent="-228600" lvl="1" marL="914400" algn="l">
              <a:spcBef>
                <a:spcPts val="800"/>
              </a:spcBef>
              <a:spcAft>
                <a:spcPts val="0"/>
              </a:spcAft>
              <a:buClr>
                <a:schemeClr val="dk1"/>
              </a:buClr>
              <a:buSzPts val="4000"/>
              <a:buNone/>
              <a:defRPr sz="4000"/>
            </a:lvl2pPr>
            <a:lvl3pPr indent="-228600" lvl="2" marL="1371600" algn="l">
              <a:spcBef>
                <a:spcPts val="660"/>
              </a:spcBef>
              <a:spcAft>
                <a:spcPts val="0"/>
              </a:spcAft>
              <a:buClr>
                <a:schemeClr val="dk1"/>
              </a:buClr>
              <a:buSzPts val="3300"/>
              <a:buNone/>
              <a:defRPr sz="3300"/>
            </a:lvl3pPr>
            <a:lvl4pPr indent="-228600" lvl="3" marL="1828800" algn="l">
              <a:spcBef>
                <a:spcPts val="600"/>
              </a:spcBef>
              <a:spcAft>
                <a:spcPts val="0"/>
              </a:spcAft>
              <a:buClr>
                <a:schemeClr val="dk1"/>
              </a:buClr>
              <a:buSzPts val="3000"/>
              <a:buNone/>
              <a:defRPr sz="3000"/>
            </a:lvl4pPr>
            <a:lvl5pPr indent="-228600" lvl="4" marL="2286000" algn="l">
              <a:spcBef>
                <a:spcPts val="600"/>
              </a:spcBef>
              <a:spcAft>
                <a:spcPts val="0"/>
              </a:spcAft>
              <a:buClr>
                <a:schemeClr val="dk1"/>
              </a:buClr>
              <a:buSzPts val="3000"/>
              <a:buNone/>
              <a:defRPr sz="3000"/>
            </a:lvl5pPr>
            <a:lvl6pPr indent="-228600" lvl="5" marL="2743200" algn="l">
              <a:spcBef>
                <a:spcPts val="600"/>
              </a:spcBef>
              <a:spcAft>
                <a:spcPts val="0"/>
              </a:spcAft>
              <a:buClr>
                <a:schemeClr val="dk1"/>
              </a:buClr>
              <a:buSzPts val="3000"/>
              <a:buNone/>
              <a:defRPr sz="3000"/>
            </a:lvl6pPr>
            <a:lvl7pPr indent="-228600" lvl="6" marL="3200400" algn="l">
              <a:spcBef>
                <a:spcPts val="600"/>
              </a:spcBef>
              <a:spcAft>
                <a:spcPts val="0"/>
              </a:spcAft>
              <a:buClr>
                <a:schemeClr val="dk1"/>
              </a:buClr>
              <a:buSzPts val="3000"/>
              <a:buNone/>
              <a:defRPr sz="3000"/>
            </a:lvl7pPr>
            <a:lvl8pPr indent="-228600" lvl="7" marL="3657600" algn="l">
              <a:spcBef>
                <a:spcPts val="600"/>
              </a:spcBef>
              <a:spcAft>
                <a:spcPts val="0"/>
              </a:spcAft>
              <a:buClr>
                <a:schemeClr val="dk1"/>
              </a:buClr>
              <a:buSzPts val="3000"/>
              <a:buNone/>
              <a:defRPr sz="3000"/>
            </a:lvl8pPr>
            <a:lvl9pPr indent="-228600" lvl="8" marL="4114800" algn="l">
              <a:spcBef>
                <a:spcPts val="600"/>
              </a:spcBef>
              <a:spcAft>
                <a:spcPts val="0"/>
              </a:spcAft>
              <a:buClr>
                <a:schemeClr val="dk1"/>
              </a:buClr>
              <a:buSzPts val="3000"/>
              <a:buNone/>
              <a:defRPr sz="3000"/>
            </a:lvl9pPr>
          </a:lstStyle>
          <a:p/>
        </p:txBody>
      </p:sp>
      <p:sp>
        <p:nvSpPr>
          <p:cNvPr id="31" name="Google Shape;31;p6"/>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7"/>
          <p:cNvSpPr txBox="1"/>
          <p:nvPr>
            <p:ph type="title"/>
          </p:nvPr>
        </p:nvSpPr>
        <p:spPr>
          <a:xfrm>
            <a:off x="1600202" y="837353"/>
            <a:ext cx="10529096" cy="3563620"/>
          </a:xfrm>
          <a:prstGeom prst="rect">
            <a:avLst/>
          </a:prstGeom>
          <a:noFill/>
          <a:ln>
            <a:noFill/>
          </a:ln>
        </p:spPr>
        <p:txBody>
          <a:bodyPr anchorCtr="0" anchor="b" bIns="151525" lIns="303050" spcFirstLastPara="1" rIns="303050" wrap="square" tIns="151525">
            <a:noAutofit/>
          </a:bodyPr>
          <a:lstStyle>
            <a:lvl1pPr lvl="0" algn="l">
              <a:spcBef>
                <a:spcPts val="0"/>
              </a:spcBef>
              <a:spcAft>
                <a:spcPts val="0"/>
              </a:spcAft>
              <a:buSzPts val="1400"/>
              <a:buNone/>
              <a:defRPr b="1" sz="6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7"/>
          <p:cNvSpPr txBox="1"/>
          <p:nvPr>
            <p:ph idx="1" type="body"/>
          </p:nvPr>
        </p:nvSpPr>
        <p:spPr>
          <a:xfrm>
            <a:off x="12512675" y="837355"/>
            <a:ext cx="17891125" cy="17949547"/>
          </a:xfrm>
          <a:prstGeom prst="rect">
            <a:avLst/>
          </a:prstGeom>
          <a:noFill/>
          <a:ln>
            <a:noFill/>
          </a:ln>
        </p:spPr>
        <p:txBody>
          <a:bodyPr anchorCtr="0" anchor="t" bIns="151525" lIns="303050" spcFirstLastPara="1" rIns="303050" wrap="square" tIns="151525">
            <a:noAutofit/>
          </a:bodyPr>
          <a:lstStyle>
            <a:lvl1pPr indent="-901700" lvl="0" marL="457200" algn="l">
              <a:spcBef>
                <a:spcPts val="2120"/>
              </a:spcBef>
              <a:spcAft>
                <a:spcPts val="0"/>
              </a:spcAft>
              <a:buClr>
                <a:schemeClr val="dk1"/>
              </a:buClr>
              <a:buSzPts val="10600"/>
              <a:buChar char="•"/>
              <a:defRPr sz="10600"/>
            </a:lvl1pPr>
            <a:lvl2pPr indent="-819150" lvl="1" marL="914400" algn="l">
              <a:spcBef>
                <a:spcPts val="1860"/>
              </a:spcBef>
              <a:spcAft>
                <a:spcPts val="0"/>
              </a:spcAft>
              <a:buClr>
                <a:schemeClr val="dk1"/>
              </a:buClr>
              <a:buSzPts val="9300"/>
              <a:buChar char="–"/>
              <a:defRPr sz="9300"/>
            </a:lvl2pPr>
            <a:lvl3pPr indent="-736600" lvl="2" marL="1371600" algn="l">
              <a:spcBef>
                <a:spcPts val="1600"/>
              </a:spcBef>
              <a:spcAft>
                <a:spcPts val="0"/>
              </a:spcAft>
              <a:buClr>
                <a:schemeClr val="dk1"/>
              </a:buClr>
              <a:buSzPts val="8000"/>
              <a:buChar char="•"/>
              <a:defRPr sz="8000"/>
            </a:lvl3pPr>
            <a:lvl4pPr indent="-647700" lvl="3" marL="1828800" algn="l">
              <a:spcBef>
                <a:spcPts val="1320"/>
              </a:spcBef>
              <a:spcAft>
                <a:spcPts val="0"/>
              </a:spcAft>
              <a:buClr>
                <a:schemeClr val="dk1"/>
              </a:buClr>
              <a:buSzPts val="6600"/>
              <a:buChar char="–"/>
              <a:defRPr sz="6600"/>
            </a:lvl4pPr>
            <a:lvl5pPr indent="-647700" lvl="4" marL="2286000" algn="l">
              <a:spcBef>
                <a:spcPts val="1320"/>
              </a:spcBef>
              <a:spcAft>
                <a:spcPts val="0"/>
              </a:spcAft>
              <a:buClr>
                <a:schemeClr val="dk1"/>
              </a:buClr>
              <a:buSzPts val="6600"/>
              <a:buChar char="»"/>
              <a:defRPr sz="6600"/>
            </a:lvl5pPr>
            <a:lvl6pPr indent="-647700" lvl="5" marL="2743200" algn="l">
              <a:spcBef>
                <a:spcPts val="1320"/>
              </a:spcBef>
              <a:spcAft>
                <a:spcPts val="0"/>
              </a:spcAft>
              <a:buClr>
                <a:schemeClr val="dk1"/>
              </a:buClr>
              <a:buSzPts val="6600"/>
              <a:buChar char="•"/>
              <a:defRPr sz="6600"/>
            </a:lvl6pPr>
            <a:lvl7pPr indent="-647700" lvl="6" marL="3200400" algn="l">
              <a:spcBef>
                <a:spcPts val="1320"/>
              </a:spcBef>
              <a:spcAft>
                <a:spcPts val="0"/>
              </a:spcAft>
              <a:buClr>
                <a:schemeClr val="dk1"/>
              </a:buClr>
              <a:buSzPts val="6600"/>
              <a:buChar char="•"/>
              <a:defRPr sz="6600"/>
            </a:lvl7pPr>
            <a:lvl8pPr indent="-647700" lvl="7" marL="3657600" algn="l">
              <a:spcBef>
                <a:spcPts val="1320"/>
              </a:spcBef>
              <a:spcAft>
                <a:spcPts val="0"/>
              </a:spcAft>
              <a:buClr>
                <a:schemeClr val="dk1"/>
              </a:buClr>
              <a:buSzPts val="6600"/>
              <a:buChar char="•"/>
              <a:defRPr sz="6600"/>
            </a:lvl8pPr>
            <a:lvl9pPr indent="-647700" lvl="8" marL="4114800" algn="l">
              <a:spcBef>
                <a:spcPts val="1320"/>
              </a:spcBef>
              <a:spcAft>
                <a:spcPts val="0"/>
              </a:spcAft>
              <a:buClr>
                <a:schemeClr val="dk1"/>
              </a:buClr>
              <a:buSzPts val="6600"/>
              <a:buChar char="•"/>
              <a:defRPr sz="6600"/>
            </a:lvl9pPr>
          </a:lstStyle>
          <a:p/>
        </p:txBody>
      </p:sp>
      <p:sp>
        <p:nvSpPr>
          <p:cNvPr id="37" name="Google Shape;37;p7"/>
          <p:cNvSpPr txBox="1"/>
          <p:nvPr>
            <p:ph idx="2" type="body"/>
          </p:nvPr>
        </p:nvSpPr>
        <p:spPr>
          <a:xfrm>
            <a:off x="1600202" y="4400975"/>
            <a:ext cx="10529096" cy="14385927"/>
          </a:xfrm>
          <a:prstGeom prst="rect">
            <a:avLst/>
          </a:prstGeom>
          <a:noFill/>
          <a:ln>
            <a:noFill/>
          </a:ln>
        </p:spPr>
        <p:txBody>
          <a:bodyPr anchorCtr="0" anchor="t" bIns="151525" lIns="303050" spcFirstLastPara="1" rIns="303050" wrap="square" tIns="151525">
            <a:noAutofit/>
          </a:bodyPr>
          <a:lstStyle>
            <a:lvl1pPr indent="-228600" lvl="0" marL="457200" algn="l">
              <a:spcBef>
                <a:spcPts val="920"/>
              </a:spcBef>
              <a:spcAft>
                <a:spcPts val="0"/>
              </a:spcAft>
              <a:buClr>
                <a:schemeClr val="dk1"/>
              </a:buClr>
              <a:buSzPts val="4600"/>
              <a:buNone/>
              <a:defRPr sz="4600"/>
            </a:lvl1pPr>
            <a:lvl2pPr indent="-228600" lvl="1" marL="914400" algn="l">
              <a:spcBef>
                <a:spcPts val="800"/>
              </a:spcBef>
              <a:spcAft>
                <a:spcPts val="0"/>
              </a:spcAft>
              <a:buClr>
                <a:schemeClr val="dk1"/>
              </a:buClr>
              <a:buSzPts val="4000"/>
              <a:buNone/>
              <a:defRPr sz="4000"/>
            </a:lvl2pPr>
            <a:lvl3pPr indent="-228600" lvl="2" marL="1371600" algn="l">
              <a:spcBef>
                <a:spcPts val="660"/>
              </a:spcBef>
              <a:spcAft>
                <a:spcPts val="0"/>
              </a:spcAft>
              <a:buClr>
                <a:schemeClr val="dk1"/>
              </a:buClr>
              <a:buSzPts val="3300"/>
              <a:buNone/>
              <a:defRPr sz="3300"/>
            </a:lvl3pPr>
            <a:lvl4pPr indent="-228600" lvl="3" marL="1828800" algn="l">
              <a:spcBef>
                <a:spcPts val="600"/>
              </a:spcBef>
              <a:spcAft>
                <a:spcPts val="0"/>
              </a:spcAft>
              <a:buClr>
                <a:schemeClr val="dk1"/>
              </a:buClr>
              <a:buSzPts val="3000"/>
              <a:buNone/>
              <a:defRPr sz="3000"/>
            </a:lvl4pPr>
            <a:lvl5pPr indent="-228600" lvl="4" marL="2286000" algn="l">
              <a:spcBef>
                <a:spcPts val="600"/>
              </a:spcBef>
              <a:spcAft>
                <a:spcPts val="0"/>
              </a:spcAft>
              <a:buClr>
                <a:schemeClr val="dk1"/>
              </a:buClr>
              <a:buSzPts val="3000"/>
              <a:buNone/>
              <a:defRPr sz="3000"/>
            </a:lvl5pPr>
            <a:lvl6pPr indent="-228600" lvl="5" marL="2743200" algn="l">
              <a:spcBef>
                <a:spcPts val="600"/>
              </a:spcBef>
              <a:spcAft>
                <a:spcPts val="0"/>
              </a:spcAft>
              <a:buClr>
                <a:schemeClr val="dk1"/>
              </a:buClr>
              <a:buSzPts val="3000"/>
              <a:buNone/>
              <a:defRPr sz="3000"/>
            </a:lvl6pPr>
            <a:lvl7pPr indent="-228600" lvl="6" marL="3200400" algn="l">
              <a:spcBef>
                <a:spcPts val="600"/>
              </a:spcBef>
              <a:spcAft>
                <a:spcPts val="0"/>
              </a:spcAft>
              <a:buClr>
                <a:schemeClr val="dk1"/>
              </a:buClr>
              <a:buSzPts val="3000"/>
              <a:buNone/>
              <a:defRPr sz="3000"/>
            </a:lvl7pPr>
            <a:lvl8pPr indent="-228600" lvl="7" marL="3657600" algn="l">
              <a:spcBef>
                <a:spcPts val="600"/>
              </a:spcBef>
              <a:spcAft>
                <a:spcPts val="0"/>
              </a:spcAft>
              <a:buClr>
                <a:schemeClr val="dk1"/>
              </a:buClr>
              <a:buSzPts val="3000"/>
              <a:buNone/>
              <a:defRPr sz="3000"/>
            </a:lvl8pPr>
            <a:lvl9pPr indent="-228600" lvl="8" marL="4114800" algn="l">
              <a:spcBef>
                <a:spcPts val="600"/>
              </a:spcBef>
              <a:spcAft>
                <a:spcPts val="0"/>
              </a:spcAft>
              <a:buClr>
                <a:schemeClr val="dk1"/>
              </a:buClr>
              <a:buSzPts val="3000"/>
              <a:buNone/>
              <a:defRPr sz="3000"/>
            </a:lvl9pPr>
          </a:lstStyle>
          <a:p/>
        </p:txBody>
      </p:sp>
      <p:sp>
        <p:nvSpPr>
          <p:cNvPr id="38" name="Google Shape;38;p7"/>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8"/>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9"/>
          <p:cNvSpPr txBox="1"/>
          <p:nvPr>
            <p:ph idx="1" type="body"/>
          </p:nvPr>
        </p:nvSpPr>
        <p:spPr>
          <a:xfrm>
            <a:off x="1600200" y="4707680"/>
            <a:ext cx="14140658" cy="1961937"/>
          </a:xfrm>
          <a:prstGeom prst="rect">
            <a:avLst/>
          </a:prstGeom>
          <a:noFill/>
          <a:ln>
            <a:noFill/>
          </a:ln>
        </p:spPr>
        <p:txBody>
          <a:bodyPr anchorCtr="0" anchor="b" bIns="151525" lIns="303050" spcFirstLastPara="1" rIns="303050" wrap="square" tIns="151525">
            <a:noAutofit/>
          </a:bodyPr>
          <a:lstStyle>
            <a:lvl1pPr indent="-228600" lvl="0" marL="457200" algn="l">
              <a:spcBef>
                <a:spcPts val="1600"/>
              </a:spcBef>
              <a:spcAft>
                <a:spcPts val="0"/>
              </a:spcAft>
              <a:buClr>
                <a:schemeClr val="dk1"/>
              </a:buClr>
              <a:buSzPts val="8000"/>
              <a:buNone/>
              <a:defRPr b="1" sz="8000"/>
            </a:lvl1pPr>
            <a:lvl2pPr indent="-228600" lvl="1" marL="914400" algn="l">
              <a:spcBef>
                <a:spcPts val="1320"/>
              </a:spcBef>
              <a:spcAft>
                <a:spcPts val="0"/>
              </a:spcAft>
              <a:buClr>
                <a:schemeClr val="dk1"/>
              </a:buClr>
              <a:buSzPts val="6600"/>
              <a:buNone/>
              <a:defRPr b="1" sz="6600"/>
            </a:lvl2pPr>
            <a:lvl3pPr indent="-228600" lvl="2" marL="1371600" algn="l">
              <a:spcBef>
                <a:spcPts val="1200"/>
              </a:spcBef>
              <a:spcAft>
                <a:spcPts val="0"/>
              </a:spcAft>
              <a:buClr>
                <a:schemeClr val="dk1"/>
              </a:buClr>
              <a:buSzPts val="6000"/>
              <a:buNone/>
              <a:defRPr b="1" sz="6000"/>
            </a:lvl3pPr>
            <a:lvl4pPr indent="-228600" lvl="3" marL="1828800" algn="l">
              <a:spcBef>
                <a:spcPts val="1060"/>
              </a:spcBef>
              <a:spcAft>
                <a:spcPts val="0"/>
              </a:spcAft>
              <a:buClr>
                <a:schemeClr val="dk1"/>
              </a:buClr>
              <a:buSzPts val="5300"/>
              <a:buNone/>
              <a:defRPr b="1" sz="5300"/>
            </a:lvl4pPr>
            <a:lvl5pPr indent="-228600" lvl="4" marL="2286000" algn="l">
              <a:spcBef>
                <a:spcPts val="1060"/>
              </a:spcBef>
              <a:spcAft>
                <a:spcPts val="0"/>
              </a:spcAft>
              <a:buClr>
                <a:schemeClr val="dk1"/>
              </a:buClr>
              <a:buSzPts val="5300"/>
              <a:buNone/>
              <a:defRPr b="1" sz="5300"/>
            </a:lvl5pPr>
            <a:lvl6pPr indent="-228600" lvl="5" marL="2743200" algn="l">
              <a:spcBef>
                <a:spcPts val="1060"/>
              </a:spcBef>
              <a:spcAft>
                <a:spcPts val="0"/>
              </a:spcAft>
              <a:buClr>
                <a:schemeClr val="dk1"/>
              </a:buClr>
              <a:buSzPts val="5300"/>
              <a:buNone/>
              <a:defRPr b="1" sz="5300"/>
            </a:lvl6pPr>
            <a:lvl7pPr indent="-228600" lvl="6" marL="3200400" algn="l">
              <a:spcBef>
                <a:spcPts val="1060"/>
              </a:spcBef>
              <a:spcAft>
                <a:spcPts val="0"/>
              </a:spcAft>
              <a:buClr>
                <a:schemeClr val="dk1"/>
              </a:buClr>
              <a:buSzPts val="5300"/>
              <a:buNone/>
              <a:defRPr b="1" sz="5300"/>
            </a:lvl7pPr>
            <a:lvl8pPr indent="-228600" lvl="7" marL="3657600" algn="l">
              <a:spcBef>
                <a:spcPts val="1060"/>
              </a:spcBef>
              <a:spcAft>
                <a:spcPts val="0"/>
              </a:spcAft>
              <a:buClr>
                <a:schemeClr val="dk1"/>
              </a:buClr>
              <a:buSzPts val="5300"/>
              <a:buNone/>
              <a:defRPr b="1" sz="5300"/>
            </a:lvl8pPr>
            <a:lvl9pPr indent="-228600" lvl="8" marL="4114800" algn="l">
              <a:spcBef>
                <a:spcPts val="1060"/>
              </a:spcBef>
              <a:spcAft>
                <a:spcPts val="0"/>
              </a:spcAft>
              <a:buClr>
                <a:schemeClr val="dk1"/>
              </a:buClr>
              <a:buSzPts val="5300"/>
              <a:buNone/>
              <a:defRPr b="1" sz="5300"/>
            </a:lvl9pPr>
          </a:lstStyle>
          <a:p/>
        </p:txBody>
      </p:sp>
      <p:sp>
        <p:nvSpPr>
          <p:cNvPr id="49" name="Google Shape;49;p9"/>
          <p:cNvSpPr txBox="1"/>
          <p:nvPr>
            <p:ph idx="2" type="body"/>
          </p:nvPr>
        </p:nvSpPr>
        <p:spPr>
          <a:xfrm>
            <a:off x="1600200" y="6669617"/>
            <a:ext cx="14140658" cy="12117283"/>
          </a:xfrm>
          <a:prstGeom prst="rect">
            <a:avLst/>
          </a:prstGeom>
          <a:noFill/>
          <a:ln>
            <a:noFill/>
          </a:ln>
        </p:spPr>
        <p:txBody>
          <a:bodyPr anchorCtr="0" anchor="t" bIns="151525" lIns="303050" spcFirstLastPara="1" rIns="303050" wrap="square" tIns="151525">
            <a:noAutofit/>
          </a:bodyPr>
          <a:lstStyle>
            <a:lvl1pPr indent="-736600" lvl="0" marL="457200" algn="l">
              <a:spcBef>
                <a:spcPts val="1600"/>
              </a:spcBef>
              <a:spcAft>
                <a:spcPts val="0"/>
              </a:spcAft>
              <a:buClr>
                <a:schemeClr val="dk1"/>
              </a:buClr>
              <a:buSzPts val="8000"/>
              <a:buChar char="•"/>
              <a:defRPr sz="8000"/>
            </a:lvl1pPr>
            <a:lvl2pPr indent="-647700" lvl="1" marL="914400" algn="l">
              <a:spcBef>
                <a:spcPts val="1320"/>
              </a:spcBef>
              <a:spcAft>
                <a:spcPts val="0"/>
              </a:spcAft>
              <a:buClr>
                <a:schemeClr val="dk1"/>
              </a:buClr>
              <a:buSzPts val="6600"/>
              <a:buChar char="–"/>
              <a:defRPr sz="6600"/>
            </a:lvl2pPr>
            <a:lvl3pPr indent="-609600" lvl="2" marL="1371600" algn="l">
              <a:spcBef>
                <a:spcPts val="1200"/>
              </a:spcBef>
              <a:spcAft>
                <a:spcPts val="0"/>
              </a:spcAft>
              <a:buClr>
                <a:schemeClr val="dk1"/>
              </a:buClr>
              <a:buSzPts val="6000"/>
              <a:buChar char="•"/>
              <a:defRPr sz="6000"/>
            </a:lvl3pPr>
            <a:lvl4pPr indent="-565150" lvl="3" marL="1828800" algn="l">
              <a:spcBef>
                <a:spcPts val="1060"/>
              </a:spcBef>
              <a:spcAft>
                <a:spcPts val="0"/>
              </a:spcAft>
              <a:buClr>
                <a:schemeClr val="dk1"/>
              </a:buClr>
              <a:buSzPts val="5300"/>
              <a:buChar char="–"/>
              <a:defRPr sz="5300"/>
            </a:lvl4pPr>
            <a:lvl5pPr indent="-565150" lvl="4" marL="2286000" algn="l">
              <a:spcBef>
                <a:spcPts val="1060"/>
              </a:spcBef>
              <a:spcAft>
                <a:spcPts val="0"/>
              </a:spcAft>
              <a:buClr>
                <a:schemeClr val="dk1"/>
              </a:buClr>
              <a:buSzPts val="5300"/>
              <a:buChar char="»"/>
              <a:defRPr sz="5300"/>
            </a:lvl5pPr>
            <a:lvl6pPr indent="-565150" lvl="5" marL="2743200" algn="l">
              <a:spcBef>
                <a:spcPts val="1060"/>
              </a:spcBef>
              <a:spcAft>
                <a:spcPts val="0"/>
              </a:spcAft>
              <a:buClr>
                <a:schemeClr val="dk1"/>
              </a:buClr>
              <a:buSzPts val="5300"/>
              <a:buChar char="•"/>
              <a:defRPr sz="5300"/>
            </a:lvl6pPr>
            <a:lvl7pPr indent="-565150" lvl="6" marL="3200400" algn="l">
              <a:spcBef>
                <a:spcPts val="1060"/>
              </a:spcBef>
              <a:spcAft>
                <a:spcPts val="0"/>
              </a:spcAft>
              <a:buClr>
                <a:schemeClr val="dk1"/>
              </a:buClr>
              <a:buSzPts val="5300"/>
              <a:buChar char="•"/>
              <a:defRPr sz="5300"/>
            </a:lvl7pPr>
            <a:lvl8pPr indent="-565150" lvl="7" marL="3657600" algn="l">
              <a:spcBef>
                <a:spcPts val="1060"/>
              </a:spcBef>
              <a:spcAft>
                <a:spcPts val="0"/>
              </a:spcAft>
              <a:buClr>
                <a:schemeClr val="dk1"/>
              </a:buClr>
              <a:buSzPts val="5300"/>
              <a:buChar char="•"/>
              <a:defRPr sz="5300"/>
            </a:lvl8pPr>
            <a:lvl9pPr indent="-565150" lvl="8" marL="4114800" algn="l">
              <a:spcBef>
                <a:spcPts val="1060"/>
              </a:spcBef>
              <a:spcAft>
                <a:spcPts val="0"/>
              </a:spcAft>
              <a:buClr>
                <a:schemeClr val="dk1"/>
              </a:buClr>
              <a:buSzPts val="5300"/>
              <a:buChar char="•"/>
              <a:defRPr sz="5300"/>
            </a:lvl9pPr>
          </a:lstStyle>
          <a:p/>
        </p:txBody>
      </p:sp>
      <p:sp>
        <p:nvSpPr>
          <p:cNvPr id="50" name="Google Shape;50;p9"/>
          <p:cNvSpPr txBox="1"/>
          <p:nvPr>
            <p:ph idx="3" type="body"/>
          </p:nvPr>
        </p:nvSpPr>
        <p:spPr>
          <a:xfrm>
            <a:off x="16257589" y="4707680"/>
            <a:ext cx="14146213" cy="1961937"/>
          </a:xfrm>
          <a:prstGeom prst="rect">
            <a:avLst/>
          </a:prstGeom>
          <a:noFill/>
          <a:ln>
            <a:noFill/>
          </a:ln>
        </p:spPr>
        <p:txBody>
          <a:bodyPr anchorCtr="0" anchor="b" bIns="151525" lIns="303050" spcFirstLastPara="1" rIns="303050" wrap="square" tIns="151525">
            <a:noAutofit/>
          </a:bodyPr>
          <a:lstStyle>
            <a:lvl1pPr indent="-228600" lvl="0" marL="457200" algn="l">
              <a:spcBef>
                <a:spcPts val="1600"/>
              </a:spcBef>
              <a:spcAft>
                <a:spcPts val="0"/>
              </a:spcAft>
              <a:buClr>
                <a:schemeClr val="dk1"/>
              </a:buClr>
              <a:buSzPts val="8000"/>
              <a:buNone/>
              <a:defRPr b="1" sz="8000"/>
            </a:lvl1pPr>
            <a:lvl2pPr indent="-228600" lvl="1" marL="914400" algn="l">
              <a:spcBef>
                <a:spcPts val="1320"/>
              </a:spcBef>
              <a:spcAft>
                <a:spcPts val="0"/>
              </a:spcAft>
              <a:buClr>
                <a:schemeClr val="dk1"/>
              </a:buClr>
              <a:buSzPts val="6600"/>
              <a:buNone/>
              <a:defRPr b="1" sz="6600"/>
            </a:lvl2pPr>
            <a:lvl3pPr indent="-228600" lvl="2" marL="1371600" algn="l">
              <a:spcBef>
                <a:spcPts val="1200"/>
              </a:spcBef>
              <a:spcAft>
                <a:spcPts val="0"/>
              </a:spcAft>
              <a:buClr>
                <a:schemeClr val="dk1"/>
              </a:buClr>
              <a:buSzPts val="6000"/>
              <a:buNone/>
              <a:defRPr b="1" sz="6000"/>
            </a:lvl3pPr>
            <a:lvl4pPr indent="-228600" lvl="3" marL="1828800" algn="l">
              <a:spcBef>
                <a:spcPts val="1060"/>
              </a:spcBef>
              <a:spcAft>
                <a:spcPts val="0"/>
              </a:spcAft>
              <a:buClr>
                <a:schemeClr val="dk1"/>
              </a:buClr>
              <a:buSzPts val="5300"/>
              <a:buNone/>
              <a:defRPr b="1" sz="5300"/>
            </a:lvl4pPr>
            <a:lvl5pPr indent="-228600" lvl="4" marL="2286000" algn="l">
              <a:spcBef>
                <a:spcPts val="1060"/>
              </a:spcBef>
              <a:spcAft>
                <a:spcPts val="0"/>
              </a:spcAft>
              <a:buClr>
                <a:schemeClr val="dk1"/>
              </a:buClr>
              <a:buSzPts val="5300"/>
              <a:buNone/>
              <a:defRPr b="1" sz="5300"/>
            </a:lvl5pPr>
            <a:lvl6pPr indent="-228600" lvl="5" marL="2743200" algn="l">
              <a:spcBef>
                <a:spcPts val="1060"/>
              </a:spcBef>
              <a:spcAft>
                <a:spcPts val="0"/>
              </a:spcAft>
              <a:buClr>
                <a:schemeClr val="dk1"/>
              </a:buClr>
              <a:buSzPts val="5300"/>
              <a:buNone/>
              <a:defRPr b="1" sz="5300"/>
            </a:lvl6pPr>
            <a:lvl7pPr indent="-228600" lvl="6" marL="3200400" algn="l">
              <a:spcBef>
                <a:spcPts val="1060"/>
              </a:spcBef>
              <a:spcAft>
                <a:spcPts val="0"/>
              </a:spcAft>
              <a:buClr>
                <a:schemeClr val="dk1"/>
              </a:buClr>
              <a:buSzPts val="5300"/>
              <a:buNone/>
              <a:defRPr b="1" sz="5300"/>
            </a:lvl7pPr>
            <a:lvl8pPr indent="-228600" lvl="7" marL="3657600" algn="l">
              <a:spcBef>
                <a:spcPts val="1060"/>
              </a:spcBef>
              <a:spcAft>
                <a:spcPts val="0"/>
              </a:spcAft>
              <a:buClr>
                <a:schemeClr val="dk1"/>
              </a:buClr>
              <a:buSzPts val="5300"/>
              <a:buNone/>
              <a:defRPr b="1" sz="5300"/>
            </a:lvl8pPr>
            <a:lvl9pPr indent="-228600" lvl="8" marL="4114800" algn="l">
              <a:spcBef>
                <a:spcPts val="1060"/>
              </a:spcBef>
              <a:spcAft>
                <a:spcPts val="0"/>
              </a:spcAft>
              <a:buClr>
                <a:schemeClr val="dk1"/>
              </a:buClr>
              <a:buSzPts val="5300"/>
              <a:buNone/>
              <a:defRPr b="1" sz="5300"/>
            </a:lvl9pPr>
          </a:lstStyle>
          <a:p/>
        </p:txBody>
      </p:sp>
      <p:sp>
        <p:nvSpPr>
          <p:cNvPr id="51" name="Google Shape;51;p9"/>
          <p:cNvSpPr txBox="1"/>
          <p:nvPr>
            <p:ph idx="4" type="body"/>
          </p:nvPr>
        </p:nvSpPr>
        <p:spPr>
          <a:xfrm>
            <a:off x="16257589" y="6669617"/>
            <a:ext cx="14146213" cy="12117283"/>
          </a:xfrm>
          <a:prstGeom prst="rect">
            <a:avLst/>
          </a:prstGeom>
          <a:noFill/>
          <a:ln>
            <a:noFill/>
          </a:ln>
        </p:spPr>
        <p:txBody>
          <a:bodyPr anchorCtr="0" anchor="t" bIns="151525" lIns="303050" spcFirstLastPara="1" rIns="303050" wrap="square" tIns="151525">
            <a:noAutofit/>
          </a:bodyPr>
          <a:lstStyle>
            <a:lvl1pPr indent="-736600" lvl="0" marL="457200" algn="l">
              <a:spcBef>
                <a:spcPts val="1600"/>
              </a:spcBef>
              <a:spcAft>
                <a:spcPts val="0"/>
              </a:spcAft>
              <a:buClr>
                <a:schemeClr val="dk1"/>
              </a:buClr>
              <a:buSzPts val="8000"/>
              <a:buChar char="•"/>
              <a:defRPr sz="8000"/>
            </a:lvl1pPr>
            <a:lvl2pPr indent="-647700" lvl="1" marL="914400" algn="l">
              <a:spcBef>
                <a:spcPts val="1320"/>
              </a:spcBef>
              <a:spcAft>
                <a:spcPts val="0"/>
              </a:spcAft>
              <a:buClr>
                <a:schemeClr val="dk1"/>
              </a:buClr>
              <a:buSzPts val="6600"/>
              <a:buChar char="–"/>
              <a:defRPr sz="6600"/>
            </a:lvl2pPr>
            <a:lvl3pPr indent="-609600" lvl="2" marL="1371600" algn="l">
              <a:spcBef>
                <a:spcPts val="1200"/>
              </a:spcBef>
              <a:spcAft>
                <a:spcPts val="0"/>
              </a:spcAft>
              <a:buClr>
                <a:schemeClr val="dk1"/>
              </a:buClr>
              <a:buSzPts val="6000"/>
              <a:buChar char="•"/>
              <a:defRPr sz="6000"/>
            </a:lvl3pPr>
            <a:lvl4pPr indent="-565150" lvl="3" marL="1828800" algn="l">
              <a:spcBef>
                <a:spcPts val="1060"/>
              </a:spcBef>
              <a:spcAft>
                <a:spcPts val="0"/>
              </a:spcAft>
              <a:buClr>
                <a:schemeClr val="dk1"/>
              </a:buClr>
              <a:buSzPts val="5300"/>
              <a:buChar char="–"/>
              <a:defRPr sz="5300"/>
            </a:lvl4pPr>
            <a:lvl5pPr indent="-565150" lvl="4" marL="2286000" algn="l">
              <a:spcBef>
                <a:spcPts val="1060"/>
              </a:spcBef>
              <a:spcAft>
                <a:spcPts val="0"/>
              </a:spcAft>
              <a:buClr>
                <a:schemeClr val="dk1"/>
              </a:buClr>
              <a:buSzPts val="5300"/>
              <a:buChar char="»"/>
              <a:defRPr sz="5300"/>
            </a:lvl5pPr>
            <a:lvl6pPr indent="-565150" lvl="5" marL="2743200" algn="l">
              <a:spcBef>
                <a:spcPts val="1060"/>
              </a:spcBef>
              <a:spcAft>
                <a:spcPts val="0"/>
              </a:spcAft>
              <a:buClr>
                <a:schemeClr val="dk1"/>
              </a:buClr>
              <a:buSzPts val="5300"/>
              <a:buChar char="•"/>
              <a:defRPr sz="5300"/>
            </a:lvl6pPr>
            <a:lvl7pPr indent="-565150" lvl="6" marL="3200400" algn="l">
              <a:spcBef>
                <a:spcPts val="1060"/>
              </a:spcBef>
              <a:spcAft>
                <a:spcPts val="0"/>
              </a:spcAft>
              <a:buClr>
                <a:schemeClr val="dk1"/>
              </a:buClr>
              <a:buSzPts val="5300"/>
              <a:buChar char="•"/>
              <a:defRPr sz="5300"/>
            </a:lvl7pPr>
            <a:lvl8pPr indent="-565150" lvl="7" marL="3657600" algn="l">
              <a:spcBef>
                <a:spcPts val="1060"/>
              </a:spcBef>
              <a:spcAft>
                <a:spcPts val="0"/>
              </a:spcAft>
              <a:buClr>
                <a:schemeClr val="dk1"/>
              </a:buClr>
              <a:buSzPts val="5300"/>
              <a:buChar char="•"/>
              <a:defRPr sz="5300"/>
            </a:lvl8pPr>
            <a:lvl9pPr indent="-565150" lvl="8" marL="4114800" algn="l">
              <a:spcBef>
                <a:spcPts val="1060"/>
              </a:spcBef>
              <a:spcAft>
                <a:spcPts val="0"/>
              </a:spcAft>
              <a:buClr>
                <a:schemeClr val="dk1"/>
              </a:buClr>
              <a:buSzPts val="5300"/>
              <a:buChar char="•"/>
              <a:defRPr sz="5300"/>
            </a:lvl9pPr>
          </a:lstStyle>
          <a:p/>
        </p:txBody>
      </p:sp>
      <p:sp>
        <p:nvSpPr>
          <p:cNvPr id="52" name="Google Shape;52;p9"/>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0"/>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10"/>
          <p:cNvSpPr txBox="1"/>
          <p:nvPr>
            <p:ph idx="1" type="body"/>
          </p:nvPr>
        </p:nvSpPr>
        <p:spPr>
          <a:xfrm>
            <a:off x="1600200" y="4907281"/>
            <a:ext cx="14135100" cy="13879620"/>
          </a:xfrm>
          <a:prstGeom prst="rect">
            <a:avLst/>
          </a:prstGeom>
          <a:noFill/>
          <a:ln>
            <a:noFill/>
          </a:ln>
        </p:spPr>
        <p:txBody>
          <a:bodyPr anchorCtr="0" anchor="t" bIns="151525" lIns="303050" spcFirstLastPara="1" rIns="303050" wrap="square" tIns="151525">
            <a:noAutofit/>
          </a:bodyPr>
          <a:lstStyle>
            <a:lvl1pPr indent="-819150" lvl="0" marL="457200" algn="l">
              <a:spcBef>
                <a:spcPts val="1860"/>
              </a:spcBef>
              <a:spcAft>
                <a:spcPts val="0"/>
              </a:spcAft>
              <a:buClr>
                <a:schemeClr val="dk1"/>
              </a:buClr>
              <a:buSzPts val="9300"/>
              <a:buChar char="•"/>
              <a:defRPr sz="9300"/>
            </a:lvl1pPr>
            <a:lvl2pPr indent="-736600" lvl="1" marL="914400" algn="l">
              <a:spcBef>
                <a:spcPts val="1600"/>
              </a:spcBef>
              <a:spcAft>
                <a:spcPts val="0"/>
              </a:spcAft>
              <a:buClr>
                <a:schemeClr val="dk1"/>
              </a:buClr>
              <a:buSzPts val="8000"/>
              <a:buChar char="–"/>
              <a:defRPr sz="8000"/>
            </a:lvl2pPr>
            <a:lvl3pPr indent="-647700" lvl="2" marL="1371600" algn="l">
              <a:spcBef>
                <a:spcPts val="1320"/>
              </a:spcBef>
              <a:spcAft>
                <a:spcPts val="0"/>
              </a:spcAft>
              <a:buClr>
                <a:schemeClr val="dk1"/>
              </a:buClr>
              <a:buSzPts val="6600"/>
              <a:buChar char="•"/>
              <a:defRPr sz="6600"/>
            </a:lvl3pPr>
            <a:lvl4pPr indent="-609600" lvl="3" marL="1828800" algn="l">
              <a:spcBef>
                <a:spcPts val="1200"/>
              </a:spcBef>
              <a:spcAft>
                <a:spcPts val="0"/>
              </a:spcAft>
              <a:buClr>
                <a:schemeClr val="dk1"/>
              </a:buClr>
              <a:buSzPts val="6000"/>
              <a:buChar char="–"/>
              <a:defRPr sz="6000"/>
            </a:lvl4pPr>
            <a:lvl5pPr indent="-609600" lvl="4" marL="2286000" algn="l">
              <a:spcBef>
                <a:spcPts val="1200"/>
              </a:spcBef>
              <a:spcAft>
                <a:spcPts val="0"/>
              </a:spcAft>
              <a:buClr>
                <a:schemeClr val="dk1"/>
              </a:buClr>
              <a:buSzPts val="6000"/>
              <a:buChar char="»"/>
              <a:defRPr sz="6000"/>
            </a:lvl5pPr>
            <a:lvl6pPr indent="-609600" lvl="5" marL="2743200" algn="l">
              <a:spcBef>
                <a:spcPts val="1200"/>
              </a:spcBef>
              <a:spcAft>
                <a:spcPts val="0"/>
              </a:spcAft>
              <a:buClr>
                <a:schemeClr val="dk1"/>
              </a:buClr>
              <a:buSzPts val="6000"/>
              <a:buChar char="•"/>
              <a:defRPr sz="6000"/>
            </a:lvl6pPr>
            <a:lvl7pPr indent="-609600" lvl="6" marL="3200400" algn="l">
              <a:spcBef>
                <a:spcPts val="1200"/>
              </a:spcBef>
              <a:spcAft>
                <a:spcPts val="0"/>
              </a:spcAft>
              <a:buClr>
                <a:schemeClr val="dk1"/>
              </a:buClr>
              <a:buSzPts val="6000"/>
              <a:buChar char="•"/>
              <a:defRPr sz="6000"/>
            </a:lvl7pPr>
            <a:lvl8pPr indent="-609600" lvl="7" marL="3657600" algn="l">
              <a:spcBef>
                <a:spcPts val="1200"/>
              </a:spcBef>
              <a:spcAft>
                <a:spcPts val="0"/>
              </a:spcAft>
              <a:buClr>
                <a:schemeClr val="dk1"/>
              </a:buClr>
              <a:buSzPts val="6000"/>
              <a:buChar char="•"/>
              <a:defRPr sz="6000"/>
            </a:lvl8pPr>
            <a:lvl9pPr indent="-609600" lvl="8" marL="4114800" algn="l">
              <a:spcBef>
                <a:spcPts val="1200"/>
              </a:spcBef>
              <a:spcAft>
                <a:spcPts val="0"/>
              </a:spcAft>
              <a:buClr>
                <a:schemeClr val="dk1"/>
              </a:buClr>
              <a:buSzPts val="6000"/>
              <a:buChar char="•"/>
              <a:defRPr sz="6000"/>
            </a:lvl9pPr>
          </a:lstStyle>
          <a:p/>
        </p:txBody>
      </p:sp>
      <p:sp>
        <p:nvSpPr>
          <p:cNvPr id="58" name="Google Shape;58;p10"/>
          <p:cNvSpPr txBox="1"/>
          <p:nvPr>
            <p:ph idx="2" type="body"/>
          </p:nvPr>
        </p:nvSpPr>
        <p:spPr>
          <a:xfrm>
            <a:off x="16268700" y="4907281"/>
            <a:ext cx="14135100" cy="13879620"/>
          </a:xfrm>
          <a:prstGeom prst="rect">
            <a:avLst/>
          </a:prstGeom>
          <a:noFill/>
          <a:ln>
            <a:noFill/>
          </a:ln>
        </p:spPr>
        <p:txBody>
          <a:bodyPr anchorCtr="0" anchor="t" bIns="151525" lIns="303050" spcFirstLastPara="1" rIns="303050" wrap="square" tIns="151525">
            <a:noAutofit/>
          </a:bodyPr>
          <a:lstStyle>
            <a:lvl1pPr indent="-819150" lvl="0" marL="457200" algn="l">
              <a:spcBef>
                <a:spcPts val="1860"/>
              </a:spcBef>
              <a:spcAft>
                <a:spcPts val="0"/>
              </a:spcAft>
              <a:buClr>
                <a:schemeClr val="dk1"/>
              </a:buClr>
              <a:buSzPts val="9300"/>
              <a:buChar char="•"/>
              <a:defRPr sz="9300"/>
            </a:lvl1pPr>
            <a:lvl2pPr indent="-736600" lvl="1" marL="914400" algn="l">
              <a:spcBef>
                <a:spcPts val="1600"/>
              </a:spcBef>
              <a:spcAft>
                <a:spcPts val="0"/>
              </a:spcAft>
              <a:buClr>
                <a:schemeClr val="dk1"/>
              </a:buClr>
              <a:buSzPts val="8000"/>
              <a:buChar char="–"/>
              <a:defRPr sz="8000"/>
            </a:lvl2pPr>
            <a:lvl3pPr indent="-647700" lvl="2" marL="1371600" algn="l">
              <a:spcBef>
                <a:spcPts val="1320"/>
              </a:spcBef>
              <a:spcAft>
                <a:spcPts val="0"/>
              </a:spcAft>
              <a:buClr>
                <a:schemeClr val="dk1"/>
              </a:buClr>
              <a:buSzPts val="6600"/>
              <a:buChar char="•"/>
              <a:defRPr sz="6600"/>
            </a:lvl3pPr>
            <a:lvl4pPr indent="-609600" lvl="3" marL="1828800" algn="l">
              <a:spcBef>
                <a:spcPts val="1200"/>
              </a:spcBef>
              <a:spcAft>
                <a:spcPts val="0"/>
              </a:spcAft>
              <a:buClr>
                <a:schemeClr val="dk1"/>
              </a:buClr>
              <a:buSzPts val="6000"/>
              <a:buChar char="–"/>
              <a:defRPr sz="6000"/>
            </a:lvl4pPr>
            <a:lvl5pPr indent="-609600" lvl="4" marL="2286000" algn="l">
              <a:spcBef>
                <a:spcPts val="1200"/>
              </a:spcBef>
              <a:spcAft>
                <a:spcPts val="0"/>
              </a:spcAft>
              <a:buClr>
                <a:schemeClr val="dk1"/>
              </a:buClr>
              <a:buSzPts val="6000"/>
              <a:buChar char="»"/>
              <a:defRPr sz="6000"/>
            </a:lvl5pPr>
            <a:lvl6pPr indent="-609600" lvl="5" marL="2743200" algn="l">
              <a:spcBef>
                <a:spcPts val="1200"/>
              </a:spcBef>
              <a:spcAft>
                <a:spcPts val="0"/>
              </a:spcAft>
              <a:buClr>
                <a:schemeClr val="dk1"/>
              </a:buClr>
              <a:buSzPts val="6000"/>
              <a:buChar char="•"/>
              <a:defRPr sz="6000"/>
            </a:lvl6pPr>
            <a:lvl7pPr indent="-609600" lvl="6" marL="3200400" algn="l">
              <a:spcBef>
                <a:spcPts val="1200"/>
              </a:spcBef>
              <a:spcAft>
                <a:spcPts val="0"/>
              </a:spcAft>
              <a:buClr>
                <a:schemeClr val="dk1"/>
              </a:buClr>
              <a:buSzPts val="6000"/>
              <a:buChar char="•"/>
              <a:defRPr sz="6000"/>
            </a:lvl7pPr>
            <a:lvl8pPr indent="-609600" lvl="7" marL="3657600" algn="l">
              <a:spcBef>
                <a:spcPts val="1200"/>
              </a:spcBef>
              <a:spcAft>
                <a:spcPts val="0"/>
              </a:spcAft>
              <a:buClr>
                <a:schemeClr val="dk1"/>
              </a:buClr>
              <a:buSzPts val="6000"/>
              <a:buChar char="•"/>
              <a:defRPr sz="6000"/>
            </a:lvl8pPr>
            <a:lvl9pPr indent="-609600" lvl="8" marL="4114800" algn="l">
              <a:spcBef>
                <a:spcPts val="1200"/>
              </a:spcBef>
              <a:spcAft>
                <a:spcPts val="0"/>
              </a:spcAft>
              <a:buClr>
                <a:schemeClr val="dk1"/>
              </a:buClr>
              <a:buSzPts val="6000"/>
              <a:buChar char="•"/>
              <a:defRPr sz="6000"/>
            </a:lvl9pPr>
          </a:lstStyle>
          <a:p/>
        </p:txBody>
      </p:sp>
      <p:sp>
        <p:nvSpPr>
          <p:cNvPr id="59" name="Google Shape;59;p10"/>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1"/>
          <p:cNvSpPr txBox="1"/>
          <p:nvPr>
            <p:ph type="title"/>
          </p:nvPr>
        </p:nvSpPr>
        <p:spPr>
          <a:xfrm>
            <a:off x="2528096" y="13514495"/>
            <a:ext cx="27203400" cy="4177030"/>
          </a:xfrm>
          <a:prstGeom prst="rect">
            <a:avLst/>
          </a:prstGeom>
          <a:noFill/>
          <a:ln>
            <a:noFill/>
          </a:ln>
        </p:spPr>
        <p:txBody>
          <a:bodyPr anchorCtr="0" anchor="t" bIns="151525" lIns="303050" spcFirstLastPara="1" rIns="303050" wrap="square" tIns="151525">
            <a:noAutofit/>
          </a:bodyPr>
          <a:lstStyle>
            <a:lvl1pPr lvl="0" algn="l">
              <a:spcBef>
                <a:spcPts val="0"/>
              </a:spcBef>
              <a:spcAft>
                <a:spcPts val="0"/>
              </a:spcAft>
              <a:buSzPts val="1400"/>
              <a:buNone/>
              <a:defRPr b="1" sz="133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1"/>
          <p:cNvSpPr txBox="1"/>
          <p:nvPr>
            <p:ph idx="1" type="body"/>
          </p:nvPr>
        </p:nvSpPr>
        <p:spPr>
          <a:xfrm>
            <a:off x="2528096" y="8913922"/>
            <a:ext cx="27203400" cy="4600573"/>
          </a:xfrm>
          <a:prstGeom prst="rect">
            <a:avLst/>
          </a:prstGeom>
          <a:noFill/>
          <a:ln>
            <a:noFill/>
          </a:ln>
        </p:spPr>
        <p:txBody>
          <a:bodyPr anchorCtr="0" anchor="b" bIns="151525" lIns="303050" spcFirstLastPara="1" rIns="303050" wrap="square" tIns="151525">
            <a:noAutofit/>
          </a:bodyPr>
          <a:lstStyle>
            <a:lvl1pPr indent="-228600" lvl="0" marL="457200" algn="l">
              <a:spcBef>
                <a:spcPts val="1320"/>
              </a:spcBef>
              <a:spcAft>
                <a:spcPts val="0"/>
              </a:spcAft>
              <a:buClr>
                <a:srgbClr val="888888"/>
              </a:buClr>
              <a:buSzPts val="6600"/>
              <a:buNone/>
              <a:defRPr sz="6600">
                <a:solidFill>
                  <a:srgbClr val="888888"/>
                </a:solidFill>
              </a:defRPr>
            </a:lvl1pPr>
            <a:lvl2pPr indent="-228600" lvl="1" marL="914400" algn="l">
              <a:spcBef>
                <a:spcPts val="1200"/>
              </a:spcBef>
              <a:spcAft>
                <a:spcPts val="0"/>
              </a:spcAft>
              <a:buClr>
                <a:srgbClr val="888888"/>
              </a:buClr>
              <a:buSzPts val="6000"/>
              <a:buNone/>
              <a:defRPr sz="6000">
                <a:solidFill>
                  <a:srgbClr val="888888"/>
                </a:solidFill>
              </a:defRPr>
            </a:lvl2pPr>
            <a:lvl3pPr indent="-228600" lvl="2" marL="1371600" algn="l">
              <a:spcBef>
                <a:spcPts val="1060"/>
              </a:spcBef>
              <a:spcAft>
                <a:spcPts val="0"/>
              </a:spcAft>
              <a:buClr>
                <a:srgbClr val="888888"/>
              </a:buClr>
              <a:buSzPts val="5300"/>
              <a:buNone/>
              <a:defRPr sz="5300">
                <a:solidFill>
                  <a:srgbClr val="888888"/>
                </a:solidFill>
              </a:defRPr>
            </a:lvl3pPr>
            <a:lvl4pPr indent="-228600" lvl="3" marL="1828800" algn="l">
              <a:spcBef>
                <a:spcPts val="920"/>
              </a:spcBef>
              <a:spcAft>
                <a:spcPts val="0"/>
              </a:spcAft>
              <a:buClr>
                <a:srgbClr val="888888"/>
              </a:buClr>
              <a:buSzPts val="4600"/>
              <a:buNone/>
              <a:defRPr sz="4600">
                <a:solidFill>
                  <a:srgbClr val="888888"/>
                </a:solidFill>
              </a:defRPr>
            </a:lvl4pPr>
            <a:lvl5pPr indent="-228600" lvl="4" marL="2286000" algn="l">
              <a:spcBef>
                <a:spcPts val="920"/>
              </a:spcBef>
              <a:spcAft>
                <a:spcPts val="0"/>
              </a:spcAft>
              <a:buClr>
                <a:srgbClr val="888888"/>
              </a:buClr>
              <a:buSzPts val="4600"/>
              <a:buNone/>
              <a:defRPr sz="4600">
                <a:solidFill>
                  <a:srgbClr val="888888"/>
                </a:solidFill>
              </a:defRPr>
            </a:lvl5pPr>
            <a:lvl6pPr indent="-228600" lvl="5" marL="2743200" algn="l">
              <a:spcBef>
                <a:spcPts val="920"/>
              </a:spcBef>
              <a:spcAft>
                <a:spcPts val="0"/>
              </a:spcAft>
              <a:buClr>
                <a:srgbClr val="888888"/>
              </a:buClr>
              <a:buSzPts val="4600"/>
              <a:buNone/>
              <a:defRPr sz="4600">
                <a:solidFill>
                  <a:srgbClr val="888888"/>
                </a:solidFill>
              </a:defRPr>
            </a:lvl6pPr>
            <a:lvl7pPr indent="-228600" lvl="6" marL="3200400" algn="l">
              <a:spcBef>
                <a:spcPts val="920"/>
              </a:spcBef>
              <a:spcAft>
                <a:spcPts val="0"/>
              </a:spcAft>
              <a:buClr>
                <a:srgbClr val="888888"/>
              </a:buClr>
              <a:buSzPts val="4600"/>
              <a:buNone/>
              <a:defRPr sz="4600">
                <a:solidFill>
                  <a:srgbClr val="888888"/>
                </a:solidFill>
              </a:defRPr>
            </a:lvl7pPr>
            <a:lvl8pPr indent="-228600" lvl="7" marL="3657600" algn="l">
              <a:spcBef>
                <a:spcPts val="920"/>
              </a:spcBef>
              <a:spcAft>
                <a:spcPts val="0"/>
              </a:spcAft>
              <a:buClr>
                <a:srgbClr val="888888"/>
              </a:buClr>
              <a:buSzPts val="4600"/>
              <a:buNone/>
              <a:defRPr sz="4600">
                <a:solidFill>
                  <a:srgbClr val="888888"/>
                </a:solidFill>
              </a:defRPr>
            </a:lvl8pPr>
            <a:lvl9pPr indent="-228600" lvl="8" marL="4114800" algn="l">
              <a:spcBef>
                <a:spcPts val="920"/>
              </a:spcBef>
              <a:spcAft>
                <a:spcPts val="0"/>
              </a:spcAft>
              <a:buClr>
                <a:srgbClr val="888888"/>
              </a:buClr>
              <a:buSzPts val="4600"/>
              <a:buNone/>
              <a:defRPr sz="4600">
                <a:solidFill>
                  <a:srgbClr val="888888"/>
                </a:solidFill>
              </a:defRPr>
            </a:lvl9pPr>
          </a:lstStyle>
          <a:p/>
        </p:txBody>
      </p:sp>
      <p:sp>
        <p:nvSpPr>
          <p:cNvPr id="65" name="Google Shape;65;p11"/>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2"/>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2"/>
          <p:cNvSpPr txBox="1"/>
          <p:nvPr>
            <p:ph idx="1" type="body"/>
          </p:nvPr>
        </p:nvSpPr>
        <p:spPr>
          <a:xfrm>
            <a:off x="1600200" y="4906962"/>
            <a:ext cx="28803600" cy="13879512"/>
          </a:xfrm>
          <a:prstGeom prst="rect">
            <a:avLst/>
          </a:prstGeom>
          <a:noFill/>
          <a:ln>
            <a:noFill/>
          </a:ln>
        </p:spPr>
        <p:txBody>
          <a:bodyPr anchorCtr="0" anchor="t" bIns="151525" lIns="303050" spcFirstLastPara="1" rIns="303050" wrap="square" tIns="1515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3"/>
          <p:cNvSpPr txBox="1"/>
          <p:nvPr>
            <p:ph type="ctrTitle"/>
          </p:nvPr>
        </p:nvSpPr>
        <p:spPr>
          <a:xfrm>
            <a:off x="2400300" y="6533305"/>
            <a:ext cx="27203400" cy="4508077"/>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3"/>
          <p:cNvSpPr txBox="1"/>
          <p:nvPr>
            <p:ph idx="1" type="subTitle"/>
          </p:nvPr>
        </p:nvSpPr>
        <p:spPr>
          <a:xfrm>
            <a:off x="4800600" y="11917680"/>
            <a:ext cx="22402800" cy="5374640"/>
          </a:xfrm>
          <a:prstGeom prst="rect">
            <a:avLst/>
          </a:prstGeom>
          <a:noFill/>
          <a:ln>
            <a:noFill/>
          </a:ln>
        </p:spPr>
        <p:txBody>
          <a:bodyPr anchorCtr="0" anchor="t" bIns="151525" lIns="303050" spcFirstLastPara="1" rIns="303050" wrap="square" tIns="151525">
            <a:noAutofit/>
          </a:bodyPr>
          <a:lstStyle>
            <a:lvl1pPr lvl="0" algn="ctr">
              <a:spcBef>
                <a:spcPts val="2120"/>
              </a:spcBef>
              <a:spcAft>
                <a:spcPts val="0"/>
              </a:spcAft>
              <a:buClr>
                <a:srgbClr val="888888"/>
              </a:buClr>
              <a:buSzPts val="10600"/>
              <a:buNone/>
              <a:defRPr>
                <a:solidFill>
                  <a:srgbClr val="888888"/>
                </a:solidFill>
              </a:defRPr>
            </a:lvl1pPr>
            <a:lvl2pPr lvl="1" algn="ctr">
              <a:spcBef>
                <a:spcPts val="1860"/>
              </a:spcBef>
              <a:spcAft>
                <a:spcPts val="0"/>
              </a:spcAft>
              <a:buClr>
                <a:srgbClr val="888888"/>
              </a:buClr>
              <a:buSzPts val="9300"/>
              <a:buNone/>
              <a:defRPr>
                <a:solidFill>
                  <a:srgbClr val="888888"/>
                </a:solidFill>
              </a:defRPr>
            </a:lvl2pPr>
            <a:lvl3pPr lvl="2" algn="ctr">
              <a:spcBef>
                <a:spcPts val="1600"/>
              </a:spcBef>
              <a:spcAft>
                <a:spcPts val="0"/>
              </a:spcAft>
              <a:buClr>
                <a:srgbClr val="888888"/>
              </a:buClr>
              <a:buSzPts val="8000"/>
              <a:buNone/>
              <a:defRPr>
                <a:solidFill>
                  <a:srgbClr val="888888"/>
                </a:solidFill>
              </a:defRPr>
            </a:lvl3pPr>
            <a:lvl4pPr lvl="3" algn="ctr">
              <a:spcBef>
                <a:spcPts val="1320"/>
              </a:spcBef>
              <a:spcAft>
                <a:spcPts val="0"/>
              </a:spcAft>
              <a:buClr>
                <a:srgbClr val="888888"/>
              </a:buClr>
              <a:buSzPts val="6600"/>
              <a:buNone/>
              <a:defRPr>
                <a:solidFill>
                  <a:srgbClr val="888888"/>
                </a:solidFill>
              </a:defRPr>
            </a:lvl4pPr>
            <a:lvl5pPr lvl="4" algn="ctr">
              <a:spcBef>
                <a:spcPts val="1320"/>
              </a:spcBef>
              <a:spcAft>
                <a:spcPts val="0"/>
              </a:spcAft>
              <a:buClr>
                <a:srgbClr val="888888"/>
              </a:buClr>
              <a:buSzPts val="6600"/>
              <a:buNone/>
              <a:defRPr>
                <a:solidFill>
                  <a:srgbClr val="888888"/>
                </a:solidFill>
              </a:defRPr>
            </a:lvl5pPr>
            <a:lvl6pPr lvl="5" algn="ctr">
              <a:spcBef>
                <a:spcPts val="1320"/>
              </a:spcBef>
              <a:spcAft>
                <a:spcPts val="0"/>
              </a:spcAft>
              <a:buClr>
                <a:srgbClr val="888888"/>
              </a:buClr>
              <a:buSzPts val="6600"/>
              <a:buNone/>
              <a:defRPr>
                <a:solidFill>
                  <a:srgbClr val="888888"/>
                </a:solidFill>
              </a:defRPr>
            </a:lvl6pPr>
            <a:lvl7pPr lvl="6" algn="ctr">
              <a:spcBef>
                <a:spcPts val="1320"/>
              </a:spcBef>
              <a:spcAft>
                <a:spcPts val="0"/>
              </a:spcAft>
              <a:buClr>
                <a:srgbClr val="888888"/>
              </a:buClr>
              <a:buSzPts val="6600"/>
              <a:buNone/>
              <a:defRPr>
                <a:solidFill>
                  <a:srgbClr val="888888"/>
                </a:solidFill>
              </a:defRPr>
            </a:lvl7pPr>
            <a:lvl8pPr lvl="7" algn="ctr">
              <a:spcBef>
                <a:spcPts val="1320"/>
              </a:spcBef>
              <a:spcAft>
                <a:spcPts val="0"/>
              </a:spcAft>
              <a:buClr>
                <a:srgbClr val="888888"/>
              </a:buClr>
              <a:buSzPts val="6600"/>
              <a:buNone/>
              <a:defRPr>
                <a:solidFill>
                  <a:srgbClr val="888888"/>
                </a:solidFill>
              </a:defRPr>
            </a:lvl8pPr>
            <a:lvl9pPr lvl="8" algn="ctr">
              <a:spcBef>
                <a:spcPts val="1320"/>
              </a:spcBef>
              <a:spcAft>
                <a:spcPts val="0"/>
              </a:spcAft>
              <a:buClr>
                <a:srgbClr val="888888"/>
              </a:buClr>
              <a:buSzPts val="6600"/>
              <a:buNone/>
              <a:defRPr>
                <a:solidFill>
                  <a:srgbClr val="888888"/>
                </a:solidFill>
              </a:defRPr>
            </a:lvl9pPr>
          </a:lstStyle>
          <a:p/>
        </p:txBody>
      </p:sp>
      <p:sp>
        <p:nvSpPr>
          <p:cNvPr id="77" name="Google Shape;77;p13"/>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9pPr>
          </a:lstStyle>
          <a:p/>
        </p:txBody>
      </p:sp>
      <p:sp>
        <p:nvSpPr>
          <p:cNvPr id="7" name="Google Shape;7;p2"/>
          <p:cNvSpPr txBox="1"/>
          <p:nvPr>
            <p:ph idx="1" type="body"/>
          </p:nvPr>
        </p:nvSpPr>
        <p:spPr>
          <a:xfrm>
            <a:off x="1600200" y="4906962"/>
            <a:ext cx="28803600" cy="13879512"/>
          </a:xfrm>
          <a:prstGeom prst="rect">
            <a:avLst/>
          </a:prstGeom>
          <a:noFill/>
          <a:ln>
            <a:noFill/>
          </a:ln>
        </p:spPr>
        <p:txBody>
          <a:bodyPr anchorCtr="0" anchor="t" bIns="151525" lIns="303050" spcFirstLastPara="1" rIns="303050" wrap="square" tIns="151525">
            <a:noAutofit/>
          </a:bodyPr>
          <a:lstStyle>
            <a:lvl1pPr indent="-901700" lvl="0" marL="457200" marR="0" rtl="0" algn="l">
              <a:spcBef>
                <a:spcPts val="2120"/>
              </a:spcBef>
              <a:spcAft>
                <a:spcPts val="0"/>
              </a:spcAft>
              <a:buClr>
                <a:schemeClr val="dk1"/>
              </a:buClr>
              <a:buSzPts val="10600"/>
              <a:buFont typeface="Arial"/>
              <a:buChar char="•"/>
              <a:defRPr b="0" i="0" sz="10600" u="none" cap="none" strike="noStrike">
                <a:solidFill>
                  <a:schemeClr val="dk1"/>
                </a:solidFill>
                <a:latin typeface="Calibri"/>
                <a:ea typeface="Calibri"/>
                <a:cs typeface="Calibri"/>
                <a:sym typeface="Calibri"/>
              </a:defRPr>
            </a:lvl1pPr>
            <a:lvl2pPr indent="-819150" lvl="1" marL="914400" marR="0" rtl="0" algn="l">
              <a:spcBef>
                <a:spcPts val="1860"/>
              </a:spcBef>
              <a:spcAft>
                <a:spcPts val="0"/>
              </a:spcAft>
              <a:buClr>
                <a:schemeClr val="dk1"/>
              </a:buClr>
              <a:buSzPts val="9300"/>
              <a:buFont typeface="Arial"/>
              <a:buChar char="–"/>
              <a:defRPr b="0" i="0" sz="9300" u="none" cap="none" strike="noStrike">
                <a:solidFill>
                  <a:schemeClr val="dk1"/>
                </a:solidFill>
                <a:latin typeface="Calibri"/>
                <a:ea typeface="Calibri"/>
                <a:cs typeface="Calibri"/>
                <a:sym typeface="Calibri"/>
              </a:defRPr>
            </a:lvl2pPr>
            <a:lvl3pPr indent="-736600" lvl="2" marL="1371600" marR="0" rtl="0" algn="l">
              <a:spcBef>
                <a:spcPts val="16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47700" lvl="3" marL="18288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4pPr>
            <a:lvl5pPr indent="-647700" lvl="4" marL="22860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5pPr>
            <a:lvl6pPr indent="-647700" lvl="5" marL="27432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6pPr>
            <a:lvl7pPr indent="-647700" lvl="6" marL="32004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7pPr>
            <a:lvl8pPr indent="-647700" lvl="7" marL="36576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8pPr>
            <a:lvl9pPr indent="-647700" lvl="8" marL="41148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marR="0" rtl="0" algn="l">
              <a:lnSpc>
                <a:spcPct val="100000"/>
              </a:lnSpc>
              <a:spcBef>
                <a:spcPts val="0"/>
              </a:spcBef>
              <a:spcAft>
                <a:spcPts val="0"/>
              </a:spcAft>
              <a:buSzPts val="1400"/>
              <a:buNone/>
              <a:defRPr b="0" i="0" sz="40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psyche.ssl.berkeley.edu" TargetMode="External"/><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7C33"/>
            </a:gs>
            <a:gs pos="100000">
              <a:srgbClr val="EF5966"/>
            </a:gs>
          </a:gsLst>
          <a:lin ang="5400012" scaled="0"/>
        </a:gradFill>
      </p:bgPr>
    </p:bg>
    <p:spTree>
      <p:nvGrpSpPr>
        <p:cNvPr id="83" name="Shape 83"/>
        <p:cNvGrpSpPr/>
        <p:nvPr/>
      </p:nvGrpSpPr>
      <p:grpSpPr>
        <a:xfrm>
          <a:off x="0" y="0"/>
          <a:ext cx="0" cy="0"/>
          <a:chOff x="0" y="0"/>
          <a:chExt cx="0" cy="0"/>
        </a:xfrm>
      </p:grpSpPr>
      <p:sp>
        <p:nvSpPr>
          <p:cNvPr id="84" name="Google Shape;84;p1"/>
          <p:cNvSpPr txBox="1"/>
          <p:nvPr/>
        </p:nvSpPr>
        <p:spPr>
          <a:xfrm>
            <a:off x="381000" y="381000"/>
            <a:ext cx="31242000" cy="20269200"/>
          </a:xfrm>
          <a:prstGeom prst="rect">
            <a:avLst/>
          </a:prstGeom>
          <a:noFill/>
          <a:ln cap="flat" cmpd="sng" w="9525">
            <a:solidFill>
              <a:srgbClr val="4A7EBB"/>
            </a:solidFill>
            <a:prstDash val="solid"/>
            <a:miter lim="800000"/>
            <a:headEnd len="sm" w="sm" type="none"/>
            <a:tailEnd len="sm" w="sm" type="none"/>
          </a:ln>
          <a:effectLst>
            <a:outerShdw blurRad="63500" dir="5400000" dist="23000">
              <a:srgbClr val="80808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6000" u="none">
              <a:solidFill>
                <a:schemeClr val="dk1"/>
              </a:solidFill>
              <a:latin typeface="Arial"/>
              <a:ea typeface="Arial"/>
              <a:cs typeface="Arial"/>
              <a:sym typeface="Arial"/>
            </a:endParaRPr>
          </a:p>
        </p:txBody>
      </p:sp>
      <p:pic>
        <p:nvPicPr>
          <p:cNvPr id="85" name="Google Shape;85;p1"/>
          <p:cNvPicPr preferRelativeResize="0"/>
          <p:nvPr/>
        </p:nvPicPr>
        <p:blipFill rotWithShape="1">
          <a:blip r:embed="rId3">
            <a:alphaModFix/>
          </a:blip>
          <a:srcRect b="0" l="0" r="0" t="0"/>
          <a:stretch/>
        </p:blipFill>
        <p:spPr>
          <a:xfrm>
            <a:off x="22698550" y="381000"/>
            <a:ext cx="8924450" cy="2956375"/>
          </a:xfrm>
          <a:prstGeom prst="rect">
            <a:avLst/>
          </a:prstGeom>
          <a:noFill/>
          <a:ln>
            <a:noFill/>
          </a:ln>
        </p:spPr>
      </p:pic>
      <p:pic>
        <p:nvPicPr>
          <p:cNvPr id="86" name="Google Shape;86;p1"/>
          <p:cNvPicPr preferRelativeResize="0"/>
          <p:nvPr/>
        </p:nvPicPr>
        <p:blipFill>
          <a:blip r:embed="rId4">
            <a:alphaModFix/>
          </a:blip>
          <a:stretch>
            <a:fillRect/>
          </a:stretch>
        </p:blipFill>
        <p:spPr>
          <a:xfrm>
            <a:off x="381000" y="381000"/>
            <a:ext cx="2956375" cy="2956375"/>
          </a:xfrm>
          <a:prstGeom prst="rect">
            <a:avLst/>
          </a:prstGeom>
          <a:noFill/>
          <a:ln>
            <a:noFill/>
          </a:ln>
        </p:spPr>
      </p:pic>
      <p:sp>
        <p:nvSpPr>
          <p:cNvPr id="87" name="Google Shape;87;p1"/>
          <p:cNvSpPr txBox="1"/>
          <p:nvPr/>
        </p:nvSpPr>
        <p:spPr>
          <a:xfrm>
            <a:off x="4044325" y="381000"/>
            <a:ext cx="190719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0">
                <a:solidFill>
                  <a:schemeClr val="dk1"/>
                </a:solidFill>
                <a:latin typeface="Calibri"/>
                <a:ea typeface="Calibri"/>
                <a:cs typeface="Calibri"/>
                <a:sym typeface="Calibri"/>
              </a:rPr>
              <a:t>Virtual Reality Psyche Inspired Art and Artists Showcase</a:t>
            </a:r>
            <a:endParaRPr sz="10000">
              <a:solidFill>
                <a:schemeClr val="dk1"/>
              </a:solidFill>
              <a:latin typeface="Calibri"/>
              <a:ea typeface="Calibri"/>
              <a:cs typeface="Calibri"/>
              <a:sym typeface="Calibri"/>
            </a:endParaRPr>
          </a:p>
        </p:txBody>
      </p:sp>
      <p:sp>
        <p:nvSpPr>
          <p:cNvPr id="88" name="Google Shape;88;p1"/>
          <p:cNvSpPr txBox="1"/>
          <p:nvPr/>
        </p:nvSpPr>
        <p:spPr>
          <a:xfrm>
            <a:off x="11288250" y="4055850"/>
            <a:ext cx="9427500" cy="6095400"/>
          </a:xfrm>
          <a:prstGeom prst="rect">
            <a:avLst/>
          </a:prstGeom>
          <a:solidFill>
            <a:srgbClr val="F9A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Web Scraper</a:t>
            </a:r>
            <a:endParaRPr sz="48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The </a:t>
            </a:r>
            <a:r>
              <a:rPr lang="en-US" sz="2400">
                <a:solidFill>
                  <a:schemeClr val="dk1"/>
                </a:solidFill>
                <a:latin typeface="Calibri"/>
                <a:ea typeface="Calibri"/>
                <a:cs typeface="Calibri"/>
                <a:sym typeface="Calibri"/>
              </a:rPr>
              <a:t>media</a:t>
            </a:r>
            <a:r>
              <a:rPr lang="en-US" sz="2400">
                <a:solidFill>
                  <a:schemeClr val="dk1"/>
                </a:solidFill>
                <a:latin typeface="Calibri"/>
                <a:ea typeface="Calibri"/>
                <a:cs typeface="Calibri"/>
                <a:sym typeface="Calibri"/>
              </a:rPr>
              <a:t> files for the Psyche Inspired projects are hosted on a NASA website.  All of these files must be downloaded and stored locally in order to appear in the museum.  Our team created a CSV table that storing the information about each project (title, artist, medium, etc.) as well as the link to the project’s page on the NASA website.  The webscraper, which is set up in Docker for user ease, visits the webpage and downloads the project media files, whether that be an image, a YouTube video, or a gif.  It then stores these media files along with their associated project information in a local database.  When this database has been populated, the Unity VR program is able to read from the database and populate art frames on the museum walls with the images.  A small plaque to the side of the frame holds the basic art and artist information.  Clicking a button next to the plaque expands it to show the full artist’s description of the work.</a:t>
            </a:r>
            <a:endParaRPr sz="2400">
              <a:solidFill>
                <a:schemeClr val="dk1"/>
              </a:solidFill>
              <a:latin typeface="Calibri"/>
              <a:ea typeface="Calibri"/>
              <a:cs typeface="Calibri"/>
              <a:sym typeface="Calibri"/>
            </a:endParaRPr>
          </a:p>
        </p:txBody>
      </p:sp>
      <p:sp>
        <p:nvSpPr>
          <p:cNvPr id="89" name="Google Shape;89;p1"/>
          <p:cNvSpPr txBox="1"/>
          <p:nvPr/>
        </p:nvSpPr>
        <p:spPr>
          <a:xfrm>
            <a:off x="899050" y="11246825"/>
            <a:ext cx="9427500" cy="3509400"/>
          </a:xfrm>
          <a:prstGeom prst="rect">
            <a:avLst/>
          </a:prstGeom>
          <a:solidFill>
            <a:srgbClr val="F9A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System Architecture</a:t>
            </a:r>
            <a:endParaRPr sz="48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2400">
              <a:solidFill>
                <a:schemeClr val="dk1"/>
              </a:solidFill>
              <a:latin typeface="Calibri"/>
              <a:ea typeface="Calibri"/>
              <a:cs typeface="Calibri"/>
              <a:sym typeface="Calibri"/>
            </a:endParaRPr>
          </a:p>
        </p:txBody>
      </p:sp>
      <p:sp>
        <p:nvSpPr>
          <p:cNvPr id="90" name="Google Shape;90;p1"/>
          <p:cNvSpPr txBox="1"/>
          <p:nvPr/>
        </p:nvSpPr>
        <p:spPr>
          <a:xfrm>
            <a:off x="21618950" y="4055850"/>
            <a:ext cx="9427500" cy="3509400"/>
          </a:xfrm>
          <a:prstGeom prst="rect">
            <a:avLst/>
          </a:prstGeom>
          <a:solidFill>
            <a:srgbClr val="F9A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Museum Layout Generation</a:t>
            </a:r>
            <a:endParaRPr sz="48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2400">
              <a:solidFill>
                <a:schemeClr val="dk1"/>
              </a:solidFill>
              <a:latin typeface="Calibri"/>
              <a:ea typeface="Calibri"/>
              <a:cs typeface="Calibri"/>
              <a:sym typeface="Calibri"/>
            </a:endParaRPr>
          </a:p>
        </p:txBody>
      </p:sp>
      <p:sp>
        <p:nvSpPr>
          <p:cNvPr id="91" name="Google Shape;91;p1"/>
          <p:cNvSpPr txBox="1"/>
          <p:nvPr/>
        </p:nvSpPr>
        <p:spPr>
          <a:xfrm>
            <a:off x="840550" y="19201150"/>
            <a:ext cx="9544500" cy="1200600"/>
          </a:xfrm>
          <a:prstGeom prst="rect">
            <a:avLst/>
          </a:prstGeom>
          <a:solidFill>
            <a:srgbClr val="F9A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This work was created in partial fulfillment of</a:t>
            </a:r>
            <a:r>
              <a:rPr b="1" lang="en-US" sz="1100">
                <a:solidFill>
                  <a:schemeClr val="dk1"/>
                </a:solidFill>
              </a:rPr>
              <a:t> </a:t>
            </a:r>
            <a:r>
              <a:rPr lang="en-US" sz="1100">
                <a:solidFill>
                  <a:schemeClr val="dk1"/>
                </a:solidFill>
              </a:rPr>
              <a:t>ASU Capstone Course SER401/402. The work is a result of the Psyche Student Collaborations component of NASA’s Psyche Mission (</a:t>
            </a:r>
            <a:r>
              <a:rPr lang="en-US" sz="1100">
                <a:solidFill>
                  <a:srgbClr val="1264A3"/>
                </a:solidFill>
                <a:uFill>
                  <a:noFill/>
                </a:uFill>
                <a:hlinkClick r:id="rId5">
                  <a:extLst>
                    <a:ext uri="{A12FA001-AC4F-418D-AE19-62706E023703}">
                      <ahyp:hlinkClr val="tx"/>
                    </a:ext>
                  </a:extLst>
                </a:hlinkClick>
              </a:rPr>
              <a:t>https://psyche.ssl.berkeley.edu</a:t>
            </a:r>
            <a:r>
              <a:rPr lang="en-US" sz="1100">
                <a:solidFill>
                  <a:schemeClr val="dk1"/>
                </a:solidFill>
              </a:rPr>
              <a:t>). “Psyche: A Journey to a Metal World” [Contract number NNM16AA09C] is part of the NASA Discovery Program mission to solar system targets. Trade names and trademarks of ASU and NASA are used in this work for identification only. Their usage does not constitute an official endorsement, either expressed or implied, by Arizona State University or National Aeronautics and Space Administration. The content is solely the responsibility of the authors and does not necessarily represent the official views of ASU or NASA.</a:t>
            </a:r>
            <a:endParaRPr sz="1200">
              <a:solidFill>
                <a:schemeClr val="dk1"/>
              </a:solidFill>
              <a:latin typeface="Calibri"/>
              <a:ea typeface="Calibri"/>
              <a:cs typeface="Calibri"/>
              <a:sym typeface="Calibri"/>
            </a:endParaRPr>
          </a:p>
        </p:txBody>
      </p:sp>
      <p:sp>
        <p:nvSpPr>
          <p:cNvPr id="92" name="Google Shape;92;p1"/>
          <p:cNvSpPr txBox="1"/>
          <p:nvPr/>
        </p:nvSpPr>
        <p:spPr>
          <a:xfrm>
            <a:off x="957550" y="4059750"/>
            <a:ext cx="9427500" cy="6464700"/>
          </a:xfrm>
          <a:prstGeom prst="rect">
            <a:avLst/>
          </a:prstGeom>
          <a:solidFill>
            <a:srgbClr val="F9A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latin typeface="Calibri"/>
                <a:ea typeface="Calibri"/>
                <a:cs typeface="Calibri"/>
                <a:sym typeface="Calibri"/>
              </a:rPr>
              <a:t>Project Overview</a:t>
            </a:r>
            <a:endParaRPr sz="48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On October 13th, 2023, NASA launched a space probe destined for the Psyche asteroid.  This probe, also named Psyche, will orbit the asteroid to take measurements that could provide insights into the formation of Earth itself.  As part of Psyche Inspired, the mission’s public outreach program, classes of students from numerous universities over the years have created art projects in diverse media expressing what the Psyche mission means to them.</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Some of these art projects have been displayed in various local museums or on the ASU campus for short periods of time.  However, there has never been a physical museum experience showcasing every Psyche Inspired art piece in one place.  While all of the art pieces are available to view on the Psyche website, this does not give the same feeling of being in a museum.  Our team’s goal was to create a virtual reality museum that gave viewers the chance to experience Psyche Inspired art in the immersive museum setting that it deserves.</a:t>
            </a:r>
            <a:endParaRPr sz="2400">
              <a:solidFill>
                <a:schemeClr val="dk1"/>
              </a:solidFill>
              <a:latin typeface="Calibri"/>
              <a:ea typeface="Calibri"/>
              <a:cs typeface="Calibri"/>
              <a:sym typeface="Calibri"/>
            </a:endParaRPr>
          </a:p>
        </p:txBody>
      </p:sp>
      <p:pic>
        <p:nvPicPr>
          <p:cNvPr id="93" name="Google Shape;93;p1"/>
          <p:cNvPicPr preferRelativeResize="0"/>
          <p:nvPr/>
        </p:nvPicPr>
        <p:blipFill>
          <a:blip r:embed="rId6">
            <a:alphaModFix/>
          </a:blip>
          <a:stretch>
            <a:fillRect/>
          </a:stretch>
        </p:blipFill>
        <p:spPr>
          <a:xfrm>
            <a:off x="21618952" y="7977000"/>
            <a:ext cx="9427500" cy="3753233"/>
          </a:xfrm>
          <a:prstGeom prst="rect">
            <a:avLst/>
          </a:prstGeom>
          <a:noFill/>
          <a:ln>
            <a:noFill/>
          </a:ln>
        </p:spPr>
      </p:pic>
      <p:pic>
        <p:nvPicPr>
          <p:cNvPr id="94" name="Google Shape;94;p1"/>
          <p:cNvPicPr preferRelativeResize="0"/>
          <p:nvPr/>
        </p:nvPicPr>
        <p:blipFill rotWithShape="1">
          <a:blip r:embed="rId7">
            <a:alphaModFix/>
          </a:blip>
          <a:srcRect b="0" l="0" r="3223" t="0"/>
          <a:stretch/>
        </p:blipFill>
        <p:spPr>
          <a:xfrm>
            <a:off x="21716650" y="14483963"/>
            <a:ext cx="9427500" cy="5428176"/>
          </a:xfrm>
          <a:prstGeom prst="rect">
            <a:avLst/>
          </a:prstGeom>
          <a:noFill/>
          <a:ln>
            <a:noFill/>
          </a:ln>
        </p:spPr>
      </p:pic>
      <p:pic>
        <p:nvPicPr>
          <p:cNvPr id="95" name="Google Shape;95;p1"/>
          <p:cNvPicPr preferRelativeResize="0"/>
          <p:nvPr/>
        </p:nvPicPr>
        <p:blipFill rotWithShape="1">
          <a:blip r:embed="rId8">
            <a:alphaModFix/>
          </a:blip>
          <a:srcRect b="4934" l="0" r="1778" t="0"/>
          <a:stretch/>
        </p:blipFill>
        <p:spPr>
          <a:xfrm>
            <a:off x="12746238" y="13425800"/>
            <a:ext cx="6609225" cy="6975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2012-11-15T21:29:53Z</dcterms:created>
  <dc:creator>Windows User</dc:creator>
</cp:coreProperties>
</file>