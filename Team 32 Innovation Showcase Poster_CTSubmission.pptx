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21031200" cx="32004000"/>
  <p:notesSz cx="6858000" cy="9144000"/>
  <p:embeddedFontLst>
    <p:embeddedFont>
      <p:font typeface="Helvetica Neue"/>
      <p:regular r:id="rId7"/>
      <p:bold r:id="rId8"/>
      <p:italic r:id="rId9"/>
      <p:boldItalic r:id="rId10"/>
    </p:embeddedFont>
    <p:embeddedFont>
      <p:font typeface="Helvetica Neue Ligh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624">
          <p15:clr>
            <a:srgbClr val="000000"/>
          </p15:clr>
        </p15:guide>
        <p15:guide id="2" pos="10080">
          <p15:clr>
            <a:srgbClr val="000000"/>
          </p15:clr>
        </p15:guide>
      </p15:sldGuideLst>
    </p:ext>
    <p:ext uri="GoogleSlidesCustomDataVersion2">
      <go:slidesCustomData xmlns:go="http://customooxmlschemas.google.com/" r:id="rId15" roundtripDataSignature="AMtx7mieswC7lYxG9wa9wUmTNYsCU6Wf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624" orient="horz"/>
        <p:guide pos="100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HelveticaNeueLight-regular.fntdata"/><Relationship Id="rId10" Type="http://schemas.openxmlformats.org/officeDocument/2006/relationships/font" Target="fonts/HelveticaNeue-boldItalic.fntdata"/><Relationship Id="rId13" Type="http://schemas.openxmlformats.org/officeDocument/2006/relationships/font" Target="fonts/HelveticaNeueLight-italic.fntdata"/><Relationship Id="rId12" Type="http://schemas.openxmlformats.org/officeDocument/2006/relationships/font" Target="fonts/HelveticaNeue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HelveticaNeue-italic.fntdata"/><Relationship Id="rId15" Type="http://customschemas.google.com/relationships/presentationmetadata" Target="metadata"/><Relationship Id="rId14" Type="http://schemas.openxmlformats.org/officeDocument/2006/relationships/font" Target="fonts/HelveticaNeue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HelveticaNeue-regular.fntdata"/><Relationship Id="rId8"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 name="Shape 15"/>
        <p:cNvGrpSpPr/>
        <p:nvPr/>
      </p:nvGrpSpPr>
      <p:grpSpPr>
        <a:xfrm>
          <a:off x="0" y="0"/>
          <a:ext cx="0" cy="0"/>
          <a:chOff x="0" y="0"/>
          <a:chExt cx="0" cy="0"/>
        </a:xfrm>
      </p:grpSpPr>
      <p:sp>
        <p:nvSpPr>
          <p:cNvPr id="16" name="Google Shape;16;p4"/>
          <p:cNvSpPr txBox="1"/>
          <p:nvPr>
            <p:ph type="title"/>
          </p:nvPr>
        </p:nvSpPr>
        <p:spPr>
          <a:xfrm rot="5400000">
            <a:off x="17831012" y="6214113"/>
            <a:ext cx="17944677" cy="72009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4"/>
          <p:cNvSpPr txBox="1"/>
          <p:nvPr>
            <p:ph idx="1" type="body"/>
          </p:nvPr>
        </p:nvSpPr>
        <p:spPr>
          <a:xfrm rot="5400000">
            <a:off x="3162512" y="-720087"/>
            <a:ext cx="17944677" cy="21069300"/>
          </a:xfrm>
          <a:prstGeom prst="rect">
            <a:avLst/>
          </a:prstGeom>
          <a:noFill/>
          <a:ln>
            <a:noFill/>
          </a:ln>
        </p:spPr>
        <p:txBody>
          <a:bodyPr anchorCtr="0" anchor="t" bIns="151525" lIns="303050" spcFirstLastPara="1" rIns="303050" wrap="square" tIns="1515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4"/>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 name="Shape 21"/>
        <p:cNvGrpSpPr/>
        <p:nvPr/>
      </p:nvGrpSpPr>
      <p:grpSpPr>
        <a:xfrm>
          <a:off x="0" y="0"/>
          <a:ext cx="0" cy="0"/>
          <a:chOff x="0" y="0"/>
          <a:chExt cx="0" cy="0"/>
        </a:xfrm>
      </p:grpSpPr>
      <p:sp>
        <p:nvSpPr>
          <p:cNvPr id="22" name="Google Shape;22;p5"/>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5"/>
          <p:cNvSpPr txBox="1"/>
          <p:nvPr>
            <p:ph idx="1" type="body"/>
          </p:nvPr>
        </p:nvSpPr>
        <p:spPr>
          <a:xfrm rot="5400000">
            <a:off x="9062244" y="-2555082"/>
            <a:ext cx="13879512" cy="28803600"/>
          </a:xfrm>
          <a:prstGeom prst="rect">
            <a:avLst/>
          </a:prstGeom>
          <a:noFill/>
          <a:ln>
            <a:noFill/>
          </a:ln>
        </p:spPr>
        <p:txBody>
          <a:bodyPr anchorCtr="0" anchor="t" bIns="151525" lIns="303050" spcFirstLastPara="1" rIns="303050" wrap="square" tIns="1515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 name="Shape 27"/>
        <p:cNvGrpSpPr/>
        <p:nvPr/>
      </p:nvGrpSpPr>
      <p:grpSpPr>
        <a:xfrm>
          <a:off x="0" y="0"/>
          <a:ext cx="0" cy="0"/>
          <a:chOff x="0" y="0"/>
          <a:chExt cx="0" cy="0"/>
        </a:xfrm>
      </p:grpSpPr>
      <p:sp>
        <p:nvSpPr>
          <p:cNvPr id="28" name="Google Shape;28;p6"/>
          <p:cNvSpPr txBox="1"/>
          <p:nvPr>
            <p:ph type="title"/>
          </p:nvPr>
        </p:nvSpPr>
        <p:spPr>
          <a:xfrm>
            <a:off x="6273008" y="14721840"/>
            <a:ext cx="19202400" cy="1737997"/>
          </a:xfrm>
          <a:prstGeom prst="rect">
            <a:avLst/>
          </a:prstGeom>
          <a:noFill/>
          <a:ln>
            <a:noFill/>
          </a:ln>
        </p:spPr>
        <p:txBody>
          <a:bodyPr anchorCtr="0" anchor="b" bIns="151525" lIns="303050" spcFirstLastPara="1" rIns="303050" wrap="square" tIns="151525">
            <a:noAutofit/>
          </a:bodyPr>
          <a:lstStyle>
            <a:lvl1pPr lvl="0" algn="l">
              <a:spcBef>
                <a:spcPts val="0"/>
              </a:spcBef>
              <a:spcAft>
                <a:spcPts val="0"/>
              </a:spcAft>
              <a:buSzPts val="1400"/>
              <a:buNone/>
              <a:defRPr b="1" sz="6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6"/>
          <p:cNvSpPr/>
          <p:nvPr>
            <p:ph idx="2" type="pic"/>
          </p:nvPr>
        </p:nvSpPr>
        <p:spPr>
          <a:xfrm>
            <a:off x="6273008" y="1879177"/>
            <a:ext cx="19202400" cy="12618720"/>
          </a:xfrm>
          <a:prstGeom prst="rect">
            <a:avLst/>
          </a:prstGeom>
          <a:noFill/>
          <a:ln>
            <a:noFill/>
          </a:ln>
        </p:spPr>
      </p:sp>
      <p:sp>
        <p:nvSpPr>
          <p:cNvPr id="30" name="Google Shape;30;p6"/>
          <p:cNvSpPr txBox="1"/>
          <p:nvPr>
            <p:ph idx="1" type="body"/>
          </p:nvPr>
        </p:nvSpPr>
        <p:spPr>
          <a:xfrm>
            <a:off x="6273008" y="16459837"/>
            <a:ext cx="19202400" cy="2468243"/>
          </a:xfrm>
          <a:prstGeom prst="rect">
            <a:avLst/>
          </a:prstGeom>
          <a:noFill/>
          <a:ln>
            <a:noFill/>
          </a:ln>
        </p:spPr>
        <p:txBody>
          <a:bodyPr anchorCtr="0" anchor="t" bIns="151525" lIns="303050" spcFirstLastPara="1" rIns="303050" wrap="square" tIns="151525">
            <a:noAutofit/>
          </a:bodyPr>
          <a:lstStyle>
            <a:lvl1pPr indent="-228600" lvl="0" marL="457200" algn="l">
              <a:spcBef>
                <a:spcPts val="920"/>
              </a:spcBef>
              <a:spcAft>
                <a:spcPts val="0"/>
              </a:spcAft>
              <a:buClr>
                <a:schemeClr val="dk1"/>
              </a:buClr>
              <a:buSzPts val="4600"/>
              <a:buNone/>
              <a:defRPr sz="4600"/>
            </a:lvl1pPr>
            <a:lvl2pPr indent="-228600" lvl="1" marL="914400" algn="l">
              <a:spcBef>
                <a:spcPts val="800"/>
              </a:spcBef>
              <a:spcAft>
                <a:spcPts val="0"/>
              </a:spcAft>
              <a:buClr>
                <a:schemeClr val="dk1"/>
              </a:buClr>
              <a:buSzPts val="4000"/>
              <a:buNone/>
              <a:defRPr sz="4000"/>
            </a:lvl2pPr>
            <a:lvl3pPr indent="-228600" lvl="2" marL="1371600" algn="l">
              <a:spcBef>
                <a:spcPts val="660"/>
              </a:spcBef>
              <a:spcAft>
                <a:spcPts val="0"/>
              </a:spcAft>
              <a:buClr>
                <a:schemeClr val="dk1"/>
              </a:buClr>
              <a:buSzPts val="3300"/>
              <a:buNone/>
              <a:defRPr sz="3300"/>
            </a:lvl3pPr>
            <a:lvl4pPr indent="-228600" lvl="3" marL="1828800" algn="l">
              <a:spcBef>
                <a:spcPts val="600"/>
              </a:spcBef>
              <a:spcAft>
                <a:spcPts val="0"/>
              </a:spcAft>
              <a:buClr>
                <a:schemeClr val="dk1"/>
              </a:buClr>
              <a:buSzPts val="3000"/>
              <a:buNone/>
              <a:defRPr sz="3000"/>
            </a:lvl4pPr>
            <a:lvl5pPr indent="-228600" lvl="4" marL="2286000" algn="l">
              <a:spcBef>
                <a:spcPts val="600"/>
              </a:spcBef>
              <a:spcAft>
                <a:spcPts val="0"/>
              </a:spcAft>
              <a:buClr>
                <a:schemeClr val="dk1"/>
              </a:buClr>
              <a:buSzPts val="3000"/>
              <a:buNone/>
              <a:defRPr sz="3000"/>
            </a:lvl5pPr>
            <a:lvl6pPr indent="-228600" lvl="5" marL="2743200" algn="l">
              <a:spcBef>
                <a:spcPts val="600"/>
              </a:spcBef>
              <a:spcAft>
                <a:spcPts val="0"/>
              </a:spcAft>
              <a:buClr>
                <a:schemeClr val="dk1"/>
              </a:buClr>
              <a:buSzPts val="3000"/>
              <a:buNone/>
              <a:defRPr sz="3000"/>
            </a:lvl6pPr>
            <a:lvl7pPr indent="-228600" lvl="6" marL="3200400" algn="l">
              <a:spcBef>
                <a:spcPts val="600"/>
              </a:spcBef>
              <a:spcAft>
                <a:spcPts val="0"/>
              </a:spcAft>
              <a:buClr>
                <a:schemeClr val="dk1"/>
              </a:buClr>
              <a:buSzPts val="3000"/>
              <a:buNone/>
              <a:defRPr sz="3000"/>
            </a:lvl7pPr>
            <a:lvl8pPr indent="-228600" lvl="7" marL="3657600" algn="l">
              <a:spcBef>
                <a:spcPts val="600"/>
              </a:spcBef>
              <a:spcAft>
                <a:spcPts val="0"/>
              </a:spcAft>
              <a:buClr>
                <a:schemeClr val="dk1"/>
              </a:buClr>
              <a:buSzPts val="3000"/>
              <a:buNone/>
              <a:defRPr sz="3000"/>
            </a:lvl8pPr>
            <a:lvl9pPr indent="-228600" lvl="8" marL="4114800" algn="l">
              <a:spcBef>
                <a:spcPts val="600"/>
              </a:spcBef>
              <a:spcAft>
                <a:spcPts val="0"/>
              </a:spcAft>
              <a:buClr>
                <a:schemeClr val="dk1"/>
              </a:buClr>
              <a:buSzPts val="3000"/>
              <a:buNone/>
              <a:defRPr sz="3000"/>
            </a:lvl9pPr>
          </a:lstStyle>
          <a:p/>
        </p:txBody>
      </p:sp>
      <p:sp>
        <p:nvSpPr>
          <p:cNvPr id="31" name="Google Shape;31;p6"/>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7"/>
          <p:cNvSpPr txBox="1"/>
          <p:nvPr>
            <p:ph type="title"/>
          </p:nvPr>
        </p:nvSpPr>
        <p:spPr>
          <a:xfrm>
            <a:off x="1600202" y="837353"/>
            <a:ext cx="10529096" cy="3563620"/>
          </a:xfrm>
          <a:prstGeom prst="rect">
            <a:avLst/>
          </a:prstGeom>
          <a:noFill/>
          <a:ln>
            <a:noFill/>
          </a:ln>
        </p:spPr>
        <p:txBody>
          <a:bodyPr anchorCtr="0" anchor="b" bIns="151525" lIns="303050" spcFirstLastPara="1" rIns="303050" wrap="square" tIns="151525">
            <a:noAutofit/>
          </a:bodyPr>
          <a:lstStyle>
            <a:lvl1pPr lvl="0" algn="l">
              <a:spcBef>
                <a:spcPts val="0"/>
              </a:spcBef>
              <a:spcAft>
                <a:spcPts val="0"/>
              </a:spcAft>
              <a:buSzPts val="1400"/>
              <a:buNone/>
              <a:defRPr b="1" sz="6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7"/>
          <p:cNvSpPr txBox="1"/>
          <p:nvPr>
            <p:ph idx="1" type="body"/>
          </p:nvPr>
        </p:nvSpPr>
        <p:spPr>
          <a:xfrm>
            <a:off x="12512675" y="837355"/>
            <a:ext cx="17891125" cy="17949547"/>
          </a:xfrm>
          <a:prstGeom prst="rect">
            <a:avLst/>
          </a:prstGeom>
          <a:noFill/>
          <a:ln>
            <a:noFill/>
          </a:ln>
        </p:spPr>
        <p:txBody>
          <a:bodyPr anchorCtr="0" anchor="t" bIns="151525" lIns="303050" spcFirstLastPara="1" rIns="303050" wrap="square" tIns="151525">
            <a:noAutofit/>
          </a:bodyPr>
          <a:lstStyle>
            <a:lvl1pPr indent="-901700" lvl="0" marL="457200" algn="l">
              <a:spcBef>
                <a:spcPts val="2120"/>
              </a:spcBef>
              <a:spcAft>
                <a:spcPts val="0"/>
              </a:spcAft>
              <a:buClr>
                <a:schemeClr val="dk1"/>
              </a:buClr>
              <a:buSzPts val="10600"/>
              <a:buChar char="•"/>
              <a:defRPr sz="10600"/>
            </a:lvl1pPr>
            <a:lvl2pPr indent="-819150" lvl="1" marL="914400" algn="l">
              <a:spcBef>
                <a:spcPts val="1860"/>
              </a:spcBef>
              <a:spcAft>
                <a:spcPts val="0"/>
              </a:spcAft>
              <a:buClr>
                <a:schemeClr val="dk1"/>
              </a:buClr>
              <a:buSzPts val="9300"/>
              <a:buChar char="–"/>
              <a:defRPr sz="9300"/>
            </a:lvl2pPr>
            <a:lvl3pPr indent="-736600" lvl="2" marL="1371600" algn="l">
              <a:spcBef>
                <a:spcPts val="1600"/>
              </a:spcBef>
              <a:spcAft>
                <a:spcPts val="0"/>
              </a:spcAft>
              <a:buClr>
                <a:schemeClr val="dk1"/>
              </a:buClr>
              <a:buSzPts val="8000"/>
              <a:buChar char="•"/>
              <a:defRPr sz="8000"/>
            </a:lvl3pPr>
            <a:lvl4pPr indent="-647700" lvl="3" marL="1828800" algn="l">
              <a:spcBef>
                <a:spcPts val="1320"/>
              </a:spcBef>
              <a:spcAft>
                <a:spcPts val="0"/>
              </a:spcAft>
              <a:buClr>
                <a:schemeClr val="dk1"/>
              </a:buClr>
              <a:buSzPts val="6600"/>
              <a:buChar char="–"/>
              <a:defRPr sz="6600"/>
            </a:lvl4pPr>
            <a:lvl5pPr indent="-647700" lvl="4" marL="2286000" algn="l">
              <a:spcBef>
                <a:spcPts val="1320"/>
              </a:spcBef>
              <a:spcAft>
                <a:spcPts val="0"/>
              </a:spcAft>
              <a:buClr>
                <a:schemeClr val="dk1"/>
              </a:buClr>
              <a:buSzPts val="6600"/>
              <a:buChar char="»"/>
              <a:defRPr sz="6600"/>
            </a:lvl5pPr>
            <a:lvl6pPr indent="-647700" lvl="5" marL="2743200" algn="l">
              <a:spcBef>
                <a:spcPts val="1320"/>
              </a:spcBef>
              <a:spcAft>
                <a:spcPts val="0"/>
              </a:spcAft>
              <a:buClr>
                <a:schemeClr val="dk1"/>
              </a:buClr>
              <a:buSzPts val="6600"/>
              <a:buChar char="•"/>
              <a:defRPr sz="6600"/>
            </a:lvl6pPr>
            <a:lvl7pPr indent="-647700" lvl="6" marL="3200400" algn="l">
              <a:spcBef>
                <a:spcPts val="1320"/>
              </a:spcBef>
              <a:spcAft>
                <a:spcPts val="0"/>
              </a:spcAft>
              <a:buClr>
                <a:schemeClr val="dk1"/>
              </a:buClr>
              <a:buSzPts val="6600"/>
              <a:buChar char="•"/>
              <a:defRPr sz="6600"/>
            </a:lvl7pPr>
            <a:lvl8pPr indent="-647700" lvl="7" marL="3657600" algn="l">
              <a:spcBef>
                <a:spcPts val="1320"/>
              </a:spcBef>
              <a:spcAft>
                <a:spcPts val="0"/>
              </a:spcAft>
              <a:buClr>
                <a:schemeClr val="dk1"/>
              </a:buClr>
              <a:buSzPts val="6600"/>
              <a:buChar char="•"/>
              <a:defRPr sz="6600"/>
            </a:lvl8pPr>
            <a:lvl9pPr indent="-647700" lvl="8" marL="4114800" algn="l">
              <a:spcBef>
                <a:spcPts val="1320"/>
              </a:spcBef>
              <a:spcAft>
                <a:spcPts val="0"/>
              </a:spcAft>
              <a:buClr>
                <a:schemeClr val="dk1"/>
              </a:buClr>
              <a:buSzPts val="6600"/>
              <a:buChar char="•"/>
              <a:defRPr sz="6600"/>
            </a:lvl9pPr>
          </a:lstStyle>
          <a:p/>
        </p:txBody>
      </p:sp>
      <p:sp>
        <p:nvSpPr>
          <p:cNvPr id="37" name="Google Shape;37;p7"/>
          <p:cNvSpPr txBox="1"/>
          <p:nvPr>
            <p:ph idx="2" type="body"/>
          </p:nvPr>
        </p:nvSpPr>
        <p:spPr>
          <a:xfrm>
            <a:off x="1600202" y="4400975"/>
            <a:ext cx="10529096" cy="14385927"/>
          </a:xfrm>
          <a:prstGeom prst="rect">
            <a:avLst/>
          </a:prstGeom>
          <a:noFill/>
          <a:ln>
            <a:noFill/>
          </a:ln>
        </p:spPr>
        <p:txBody>
          <a:bodyPr anchorCtr="0" anchor="t" bIns="151525" lIns="303050" spcFirstLastPara="1" rIns="303050" wrap="square" tIns="151525">
            <a:noAutofit/>
          </a:bodyPr>
          <a:lstStyle>
            <a:lvl1pPr indent="-228600" lvl="0" marL="457200" algn="l">
              <a:spcBef>
                <a:spcPts val="920"/>
              </a:spcBef>
              <a:spcAft>
                <a:spcPts val="0"/>
              </a:spcAft>
              <a:buClr>
                <a:schemeClr val="dk1"/>
              </a:buClr>
              <a:buSzPts val="4600"/>
              <a:buNone/>
              <a:defRPr sz="4600"/>
            </a:lvl1pPr>
            <a:lvl2pPr indent="-228600" lvl="1" marL="914400" algn="l">
              <a:spcBef>
                <a:spcPts val="800"/>
              </a:spcBef>
              <a:spcAft>
                <a:spcPts val="0"/>
              </a:spcAft>
              <a:buClr>
                <a:schemeClr val="dk1"/>
              </a:buClr>
              <a:buSzPts val="4000"/>
              <a:buNone/>
              <a:defRPr sz="4000"/>
            </a:lvl2pPr>
            <a:lvl3pPr indent="-228600" lvl="2" marL="1371600" algn="l">
              <a:spcBef>
                <a:spcPts val="660"/>
              </a:spcBef>
              <a:spcAft>
                <a:spcPts val="0"/>
              </a:spcAft>
              <a:buClr>
                <a:schemeClr val="dk1"/>
              </a:buClr>
              <a:buSzPts val="3300"/>
              <a:buNone/>
              <a:defRPr sz="3300"/>
            </a:lvl3pPr>
            <a:lvl4pPr indent="-228600" lvl="3" marL="1828800" algn="l">
              <a:spcBef>
                <a:spcPts val="600"/>
              </a:spcBef>
              <a:spcAft>
                <a:spcPts val="0"/>
              </a:spcAft>
              <a:buClr>
                <a:schemeClr val="dk1"/>
              </a:buClr>
              <a:buSzPts val="3000"/>
              <a:buNone/>
              <a:defRPr sz="3000"/>
            </a:lvl4pPr>
            <a:lvl5pPr indent="-228600" lvl="4" marL="2286000" algn="l">
              <a:spcBef>
                <a:spcPts val="600"/>
              </a:spcBef>
              <a:spcAft>
                <a:spcPts val="0"/>
              </a:spcAft>
              <a:buClr>
                <a:schemeClr val="dk1"/>
              </a:buClr>
              <a:buSzPts val="3000"/>
              <a:buNone/>
              <a:defRPr sz="3000"/>
            </a:lvl5pPr>
            <a:lvl6pPr indent="-228600" lvl="5" marL="2743200" algn="l">
              <a:spcBef>
                <a:spcPts val="600"/>
              </a:spcBef>
              <a:spcAft>
                <a:spcPts val="0"/>
              </a:spcAft>
              <a:buClr>
                <a:schemeClr val="dk1"/>
              </a:buClr>
              <a:buSzPts val="3000"/>
              <a:buNone/>
              <a:defRPr sz="3000"/>
            </a:lvl6pPr>
            <a:lvl7pPr indent="-228600" lvl="6" marL="3200400" algn="l">
              <a:spcBef>
                <a:spcPts val="600"/>
              </a:spcBef>
              <a:spcAft>
                <a:spcPts val="0"/>
              </a:spcAft>
              <a:buClr>
                <a:schemeClr val="dk1"/>
              </a:buClr>
              <a:buSzPts val="3000"/>
              <a:buNone/>
              <a:defRPr sz="3000"/>
            </a:lvl7pPr>
            <a:lvl8pPr indent="-228600" lvl="7" marL="3657600" algn="l">
              <a:spcBef>
                <a:spcPts val="600"/>
              </a:spcBef>
              <a:spcAft>
                <a:spcPts val="0"/>
              </a:spcAft>
              <a:buClr>
                <a:schemeClr val="dk1"/>
              </a:buClr>
              <a:buSzPts val="3000"/>
              <a:buNone/>
              <a:defRPr sz="3000"/>
            </a:lvl8pPr>
            <a:lvl9pPr indent="-228600" lvl="8" marL="4114800" algn="l">
              <a:spcBef>
                <a:spcPts val="600"/>
              </a:spcBef>
              <a:spcAft>
                <a:spcPts val="0"/>
              </a:spcAft>
              <a:buClr>
                <a:schemeClr val="dk1"/>
              </a:buClr>
              <a:buSzPts val="3000"/>
              <a:buNone/>
              <a:defRPr sz="3000"/>
            </a:lvl9pPr>
          </a:lstStyle>
          <a:p/>
        </p:txBody>
      </p:sp>
      <p:sp>
        <p:nvSpPr>
          <p:cNvPr id="38" name="Google Shape;38;p7"/>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8"/>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9"/>
          <p:cNvSpPr txBox="1"/>
          <p:nvPr>
            <p:ph idx="1" type="body"/>
          </p:nvPr>
        </p:nvSpPr>
        <p:spPr>
          <a:xfrm>
            <a:off x="1600200" y="4707680"/>
            <a:ext cx="14140658" cy="1961937"/>
          </a:xfrm>
          <a:prstGeom prst="rect">
            <a:avLst/>
          </a:prstGeom>
          <a:noFill/>
          <a:ln>
            <a:noFill/>
          </a:ln>
        </p:spPr>
        <p:txBody>
          <a:bodyPr anchorCtr="0" anchor="b" bIns="151525" lIns="303050" spcFirstLastPara="1" rIns="303050" wrap="square" tIns="151525">
            <a:noAutofit/>
          </a:bodyPr>
          <a:lstStyle>
            <a:lvl1pPr indent="-228600" lvl="0" marL="457200" algn="l">
              <a:spcBef>
                <a:spcPts val="1600"/>
              </a:spcBef>
              <a:spcAft>
                <a:spcPts val="0"/>
              </a:spcAft>
              <a:buClr>
                <a:schemeClr val="dk1"/>
              </a:buClr>
              <a:buSzPts val="8000"/>
              <a:buNone/>
              <a:defRPr b="1" sz="8000"/>
            </a:lvl1pPr>
            <a:lvl2pPr indent="-228600" lvl="1" marL="914400" algn="l">
              <a:spcBef>
                <a:spcPts val="1320"/>
              </a:spcBef>
              <a:spcAft>
                <a:spcPts val="0"/>
              </a:spcAft>
              <a:buClr>
                <a:schemeClr val="dk1"/>
              </a:buClr>
              <a:buSzPts val="6600"/>
              <a:buNone/>
              <a:defRPr b="1" sz="6600"/>
            </a:lvl2pPr>
            <a:lvl3pPr indent="-228600" lvl="2" marL="1371600" algn="l">
              <a:spcBef>
                <a:spcPts val="1200"/>
              </a:spcBef>
              <a:spcAft>
                <a:spcPts val="0"/>
              </a:spcAft>
              <a:buClr>
                <a:schemeClr val="dk1"/>
              </a:buClr>
              <a:buSzPts val="6000"/>
              <a:buNone/>
              <a:defRPr b="1" sz="6000"/>
            </a:lvl3pPr>
            <a:lvl4pPr indent="-228600" lvl="3" marL="1828800" algn="l">
              <a:spcBef>
                <a:spcPts val="1060"/>
              </a:spcBef>
              <a:spcAft>
                <a:spcPts val="0"/>
              </a:spcAft>
              <a:buClr>
                <a:schemeClr val="dk1"/>
              </a:buClr>
              <a:buSzPts val="5300"/>
              <a:buNone/>
              <a:defRPr b="1" sz="5300"/>
            </a:lvl4pPr>
            <a:lvl5pPr indent="-228600" lvl="4" marL="2286000" algn="l">
              <a:spcBef>
                <a:spcPts val="1060"/>
              </a:spcBef>
              <a:spcAft>
                <a:spcPts val="0"/>
              </a:spcAft>
              <a:buClr>
                <a:schemeClr val="dk1"/>
              </a:buClr>
              <a:buSzPts val="5300"/>
              <a:buNone/>
              <a:defRPr b="1" sz="5300"/>
            </a:lvl5pPr>
            <a:lvl6pPr indent="-228600" lvl="5" marL="2743200" algn="l">
              <a:spcBef>
                <a:spcPts val="1060"/>
              </a:spcBef>
              <a:spcAft>
                <a:spcPts val="0"/>
              </a:spcAft>
              <a:buClr>
                <a:schemeClr val="dk1"/>
              </a:buClr>
              <a:buSzPts val="5300"/>
              <a:buNone/>
              <a:defRPr b="1" sz="5300"/>
            </a:lvl6pPr>
            <a:lvl7pPr indent="-228600" lvl="6" marL="3200400" algn="l">
              <a:spcBef>
                <a:spcPts val="1060"/>
              </a:spcBef>
              <a:spcAft>
                <a:spcPts val="0"/>
              </a:spcAft>
              <a:buClr>
                <a:schemeClr val="dk1"/>
              </a:buClr>
              <a:buSzPts val="5300"/>
              <a:buNone/>
              <a:defRPr b="1" sz="5300"/>
            </a:lvl7pPr>
            <a:lvl8pPr indent="-228600" lvl="7" marL="3657600" algn="l">
              <a:spcBef>
                <a:spcPts val="1060"/>
              </a:spcBef>
              <a:spcAft>
                <a:spcPts val="0"/>
              </a:spcAft>
              <a:buClr>
                <a:schemeClr val="dk1"/>
              </a:buClr>
              <a:buSzPts val="5300"/>
              <a:buNone/>
              <a:defRPr b="1" sz="5300"/>
            </a:lvl8pPr>
            <a:lvl9pPr indent="-228600" lvl="8" marL="4114800" algn="l">
              <a:spcBef>
                <a:spcPts val="1060"/>
              </a:spcBef>
              <a:spcAft>
                <a:spcPts val="0"/>
              </a:spcAft>
              <a:buClr>
                <a:schemeClr val="dk1"/>
              </a:buClr>
              <a:buSzPts val="5300"/>
              <a:buNone/>
              <a:defRPr b="1" sz="5300"/>
            </a:lvl9pPr>
          </a:lstStyle>
          <a:p/>
        </p:txBody>
      </p:sp>
      <p:sp>
        <p:nvSpPr>
          <p:cNvPr id="49" name="Google Shape;49;p9"/>
          <p:cNvSpPr txBox="1"/>
          <p:nvPr>
            <p:ph idx="2" type="body"/>
          </p:nvPr>
        </p:nvSpPr>
        <p:spPr>
          <a:xfrm>
            <a:off x="1600200" y="6669617"/>
            <a:ext cx="14140658" cy="12117283"/>
          </a:xfrm>
          <a:prstGeom prst="rect">
            <a:avLst/>
          </a:prstGeom>
          <a:noFill/>
          <a:ln>
            <a:noFill/>
          </a:ln>
        </p:spPr>
        <p:txBody>
          <a:bodyPr anchorCtr="0" anchor="t" bIns="151525" lIns="303050" spcFirstLastPara="1" rIns="303050" wrap="square" tIns="151525">
            <a:noAutofit/>
          </a:bodyPr>
          <a:lstStyle>
            <a:lvl1pPr indent="-736600" lvl="0" marL="457200" algn="l">
              <a:spcBef>
                <a:spcPts val="1600"/>
              </a:spcBef>
              <a:spcAft>
                <a:spcPts val="0"/>
              </a:spcAft>
              <a:buClr>
                <a:schemeClr val="dk1"/>
              </a:buClr>
              <a:buSzPts val="8000"/>
              <a:buChar char="•"/>
              <a:defRPr sz="8000"/>
            </a:lvl1pPr>
            <a:lvl2pPr indent="-647700" lvl="1" marL="914400" algn="l">
              <a:spcBef>
                <a:spcPts val="1320"/>
              </a:spcBef>
              <a:spcAft>
                <a:spcPts val="0"/>
              </a:spcAft>
              <a:buClr>
                <a:schemeClr val="dk1"/>
              </a:buClr>
              <a:buSzPts val="6600"/>
              <a:buChar char="–"/>
              <a:defRPr sz="6600"/>
            </a:lvl2pPr>
            <a:lvl3pPr indent="-609600" lvl="2" marL="1371600" algn="l">
              <a:spcBef>
                <a:spcPts val="1200"/>
              </a:spcBef>
              <a:spcAft>
                <a:spcPts val="0"/>
              </a:spcAft>
              <a:buClr>
                <a:schemeClr val="dk1"/>
              </a:buClr>
              <a:buSzPts val="6000"/>
              <a:buChar char="•"/>
              <a:defRPr sz="6000"/>
            </a:lvl3pPr>
            <a:lvl4pPr indent="-565150" lvl="3" marL="1828800" algn="l">
              <a:spcBef>
                <a:spcPts val="1060"/>
              </a:spcBef>
              <a:spcAft>
                <a:spcPts val="0"/>
              </a:spcAft>
              <a:buClr>
                <a:schemeClr val="dk1"/>
              </a:buClr>
              <a:buSzPts val="5300"/>
              <a:buChar char="–"/>
              <a:defRPr sz="5300"/>
            </a:lvl4pPr>
            <a:lvl5pPr indent="-565150" lvl="4" marL="2286000" algn="l">
              <a:spcBef>
                <a:spcPts val="1060"/>
              </a:spcBef>
              <a:spcAft>
                <a:spcPts val="0"/>
              </a:spcAft>
              <a:buClr>
                <a:schemeClr val="dk1"/>
              </a:buClr>
              <a:buSzPts val="5300"/>
              <a:buChar char="»"/>
              <a:defRPr sz="5300"/>
            </a:lvl5pPr>
            <a:lvl6pPr indent="-565150" lvl="5" marL="2743200" algn="l">
              <a:spcBef>
                <a:spcPts val="1060"/>
              </a:spcBef>
              <a:spcAft>
                <a:spcPts val="0"/>
              </a:spcAft>
              <a:buClr>
                <a:schemeClr val="dk1"/>
              </a:buClr>
              <a:buSzPts val="5300"/>
              <a:buChar char="•"/>
              <a:defRPr sz="5300"/>
            </a:lvl6pPr>
            <a:lvl7pPr indent="-565150" lvl="6" marL="3200400" algn="l">
              <a:spcBef>
                <a:spcPts val="1060"/>
              </a:spcBef>
              <a:spcAft>
                <a:spcPts val="0"/>
              </a:spcAft>
              <a:buClr>
                <a:schemeClr val="dk1"/>
              </a:buClr>
              <a:buSzPts val="5300"/>
              <a:buChar char="•"/>
              <a:defRPr sz="5300"/>
            </a:lvl7pPr>
            <a:lvl8pPr indent="-565150" lvl="7" marL="3657600" algn="l">
              <a:spcBef>
                <a:spcPts val="1060"/>
              </a:spcBef>
              <a:spcAft>
                <a:spcPts val="0"/>
              </a:spcAft>
              <a:buClr>
                <a:schemeClr val="dk1"/>
              </a:buClr>
              <a:buSzPts val="5300"/>
              <a:buChar char="•"/>
              <a:defRPr sz="5300"/>
            </a:lvl8pPr>
            <a:lvl9pPr indent="-565150" lvl="8" marL="4114800" algn="l">
              <a:spcBef>
                <a:spcPts val="1060"/>
              </a:spcBef>
              <a:spcAft>
                <a:spcPts val="0"/>
              </a:spcAft>
              <a:buClr>
                <a:schemeClr val="dk1"/>
              </a:buClr>
              <a:buSzPts val="5300"/>
              <a:buChar char="•"/>
              <a:defRPr sz="5300"/>
            </a:lvl9pPr>
          </a:lstStyle>
          <a:p/>
        </p:txBody>
      </p:sp>
      <p:sp>
        <p:nvSpPr>
          <p:cNvPr id="50" name="Google Shape;50;p9"/>
          <p:cNvSpPr txBox="1"/>
          <p:nvPr>
            <p:ph idx="3" type="body"/>
          </p:nvPr>
        </p:nvSpPr>
        <p:spPr>
          <a:xfrm>
            <a:off x="16257589" y="4707680"/>
            <a:ext cx="14146213" cy="1961937"/>
          </a:xfrm>
          <a:prstGeom prst="rect">
            <a:avLst/>
          </a:prstGeom>
          <a:noFill/>
          <a:ln>
            <a:noFill/>
          </a:ln>
        </p:spPr>
        <p:txBody>
          <a:bodyPr anchorCtr="0" anchor="b" bIns="151525" lIns="303050" spcFirstLastPara="1" rIns="303050" wrap="square" tIns="151525">
            <a:noAutofit/>
          </a:bodyPr>
          <a:lstStyle>
            <a:lvl1pPr indent="-228600" lvl="0" marL="457200" algn="l">
              <a:spcBef>
                <a:spcPts val="1600"/>
              </a:spcBef>
              <a:spcAft>
                <a:spcPts val="0"/>
              </a:spcAft>
              <a:buClr>
                <a:schemeClr val="dk1"/>
              </a:buClr>
              <a:buSzPts val="8000"/>
              <a:buNone/>
              <a:defRPr b="1" sz="8000"/>
            </a:lvl1pPr>
            <a:lvl2pPr indent="-228600" lvl="1" marL="914400" algn="l">
              <a:spcBef>
                <a:spcPts val="1320"/>
              </a:spcBef>
              <a:spcAft>
                <a:spcPts val="0"/>
              </a:spcAft>
              <a:buClr>
                <a:schemeClr val="dk1"/>
              </a:buClr>
              <a:buSzPts val="6600"/>
              <a:buNone/>
              <a:defRPr b="1" sz="6600"/>
            </a:lvl2pPr>
            <a:lvl3pPr indent="-228600" lvl="2" marL="1371600" algn="l">
              <a:spcBef>
                <a:spcPts val="1200"/>
              </a:spcBef>
              <a:spcAft>
                <a:spcPts val="0"/>
              </a:spcAft>
              <a:buClr>
                <a:schemeClr val="dk1"/>
              </a:buClr>
              <a:buSzPts val="6000"/>
              <a:buNone/>
              <a:defRPr b="1" sz="6000"/>
            </a:lvl3pPr>
            <a:lvl4pPr indent="-228600" lvl="3" marL="1828800" algn="l">
              <a:spcBef>
                <a:spcPts val="1060"/>
              </a:spcBef>
              <a:spcAft>
                <a:spcPts val="0"/>
              </a:spcAft>
              <a:buClr>
                <a:schemeClr val="dk1"/>
              </a:buClr>
              <a:buSzPts val="5300"/>
              <a:buNone/>
              <a:defRPr b="1" sz="5300"/>
            </a:lvl4pPr>
            <a:lvl5pPr indent="-228600" lvl="4" marL="2286000" algn="l">
              <a:spcBef>
                <a:spcPts val="1060"/>
              </a:spcBef>
              <a:spcAft>
                <a:spcPts val="0"/>
              </a:spcAft>
              <a:buClr>
                <a:schemeClr val="dk1"/>
              </a:buClr>
              <a:buSzPts val="5300"/>
              <a:buNone/>
              <a:defRPr b="1" sz="5300"/>
            </a:lvl5pPr>
            <a:lvl6pPr indent="-228600" lvl="5" marL="2743200" algn="l">
              <a:spcBef>
                <a:spcPts val="1060"/>
              </a:spcBef>
              <a:spcAft>
                <a:spcPts val="0"/>
              </a:spcAft>
              <a:buClr>
                <a:schemeClr val="dk1"/>
              </a:buClr>
              <a:buSzPts val="5300"/>
              <a:buNone/>
              <a:defRPr b="1" sz="5300"/>
            </a:lvl6pPr>
            <a:lvl7pPr indent="-228600" lvl="6" marL="3200400" algn="l">
              <a:spcBef>
                <a:spcPts val="1060"/>
              </a:spcBef>
              <a:spcAft>
                <a:spcPts val="0"/>
              </a:spcAft>
              <a:buClr>
                <a:schemeClr val="dk1"/>
              </a:buClr>
              <a:buSzPts val="5300"/>
              <a:buNone/>
              <a:defRPr b="1" sz="5300"/>
            </a:lvl7pPr>
            <a:lvl8pPr indent="-228600" lvl="7" marL="3657600" algn="l">
              <a:spcBef>
                <a:spcPts val="1060"/>
              </a:spcBef>
              <a:spcAft>
                <a:spcPts val="0"/>
              </a:spcAft>
              <a:buClr>
                <a:schemeClr val="dk1"/>
              </a:buClr>
              <a:buSzPts val="5300"/>
              <a:buNone/>
              <a:defRPr b="1" sz="5300"/>
            </a:lvl8pPr>
            <a:lvl9pPr indent="-228600" lvl="8" marL="4114800" algn="l">
              <a:spcBef>
                <a:spcPts val="1060"/>
              </a:spcBef>
              <a:spcAft>
                <a:spcPts val="0"/>
              </a:spcAft>
              <a:buClr>
                <a:schemeClr val="dk1"/>
              </a:buClr>
              <a:buSzPts val="5300"/>
              <a:buNone/>
              <a:defRPr b="1" sz="5300"/>
            </a:lvl9pPr>
          </a:lstStyle>
          <a:p/>
        </p:txBody>
      </p:sp>
      <p:sp>
        <p:nvSpPr>
          <p:cNvPr id="51" name="Google Shape;51;p9"/>
          <p:cNvSpPr txBox="1"/>
          <p:nvPr>
            <p:ph idx="4" type="body"/>
          </p:nvPr>
        </p:nvSpPr>
        <p:spPr>
          <a:xfrm>
            <a:off x="16257589" y="6669617"/>
            <a:ext cx="14146213" cy="12117283"/>
          </a:xfrm>
          <a:prstGeom prst="rect">
            <a:avLst/>
          </a:prstGeom>
          <a:noFill/>
          <a:ln>
            <a:noFill/>
          </a:ln>
        </p:spPr>
        <p:txBody>
          <a:bodyPr anchorCtr="0" anchor="t" bIns="151525" lIns="303050" spcFirstLastPara="1" rIns="303050" wrap="square" tIns="151525">
            <a:noAutofit/>
          </a:bodyPr>
          <a:lstStyle>
            <a:lvl1pPr indent="-736600" lvl="0" marL="457200" algn="l">
              <a:spcBef>
                <a:spcPts val="1600"/>
              </a:spcBef>
              <a:spcAft>
                <a:spcPts val="0"/>
              </a:spcAft>
              <a:buClr>
                <a:schemeClr val="dk1"/>
              </a:buClr>
              <a:buSzPts val="8000"/>
              <a:buChar char="•"/>
              <a:defRPr sz="8000"/>
            </a:lvl1pPr>
            <a:lvl2pPr indent="-647700" lvl="1" marL="914400" algn="l">
              <a:spcBef>
                <a:spcPts val="1320"/>
              </a:spcBef>
              <a:spcAft>
                <a:spcPts val="0"/>
              </a:spcAft>
              <a:buClr>
                <a:schemeClr val="dk1"/>
              </a:buClr>
              <a:buSzPts val="6600"/>
              <a:buChar char="–"/>
              <a:defRPr sz="6600"/>
            </a:lvl2pPr>
            <a:lvl3pPr indent="-609600" lvl="2" marL="1371600" algn="l">
              <a:spcBef>
                <a:spcPts val="1200"/>
              </a:spcBef>
              <a:spcAft>
                <a:spcPts val="0"/>
              </a:spcAft>
              <a:buClr>
                <a:schemeClr val="dk1"/>
              </a:buClr>
              <a:buSzPts val="6000"/>
              <a:buChar char="•"/>
              <a:defRPr sz="6000"/>
            </a:lvl3pPr>
            <a:lvl4pPr indent="-565150" lvl="3" marL="1828800" algn="l">
              <a:spcBef>
                <a:spcPts val="1060"/>
              </a:spcBef>
              <a:spcAft>
                <a:spcPts val="0"/>
              </a:spcAft>
              <a:buClr>
                <a:schemeClr val="dk1"/>
              </a:buClr>
              <a:buSzPts val="5300"/>
              <a:buChar char="–"/>
              <a:defRPr sz="5300"/>
            </a:lvl4pPr>
            <a:lvl5pPr indent="-565150" lvl="4" marL="2286000" algn="l">
              <a:spcBef>
                <a:spcPts val="1060"/>
              </a:spcBef>
              <a:spcAft>
                <a:spcPts val="0"/>
              </a:spcAft>
              <a:buClr>
                <a:schemeClr val="dk1"/>
              </a:buClr>
              <a:buSzPts val="5300"/>
              <a:buChar char="»"/>
              <a:defRPr sz="5300"/>
            </a:lvl5pPr>
            <a:lvl6pPr indent="-565150" lvl="5" marL="2743200" algn="l">
              <a:spcBef>
                <a:spcPts val="1060"/>
              </a:spcBef>
              <a:spcAft>
                <a:spcPts val="0"/>
              </a:spcAft>
              <a:buClr>
                <a:schemeClr val="dk1"/>
              </a:buClr>
              <a:buSzPts val="5300"/>
              <a:buChar char="•"/>
              <a:defRPr sz="5300"/>
            </a:lvl6pPr>
            <a:lvl7pPr indent="-565150" lvl="6" marL="3200400" algn="l">
              <a:spcBef>
                <a:spcPts val="1060"/>
              </a:spcBef>
              <a:spcAft>
                <a:spcPts val="0"/>
              </a:spcAft>
              <a:buClr>
                <a:schemeClr val="dk1"/>
              </a:buClr>
              <a:buSzPts val="5300"/>
              <a:buChar char="•"/>
              <a:defRPr sz="5300"/>
            </a:lvl7pPr>
            <a:lvl8pPr indent="-565150" lvl="7" marL="3657600" algn="l">
              <a:spcBef>
                <a:spcPts val="1060"/>
              </a:spcBef>
              <a:spcAft>
                <a:spcPts val="0"/>
              </a:spcAft>
              <a:buClr>
                <a:schemeClr val="dk1"/>
              </a:buClr>
              <a:buSzPts val="5300"/>
              <a:buChar char="•"/>
              <a:defRPr sz="5300"/>
            </a:lvl8pPr>
            <a:lvl9pPr indent="-565150" lvl="8" marL="4114800" algn="l">
              <a:spcBef>
                <a:spcPts val="1060"/>
              </a:spcBef>
              <a:spcAft>
                <a:spcPts val="0"/>
              </a:spcAft>
              <a:buClr>
                <a:schemeClr val="dk1"/>
              </a:buClr>
              <a:buSzPts val="5300"/>
              <a:buChar char="•"/>
              <a:defRPr sz="5300"/>
            </a:lvl9pPr>
          </a:lstStyle>
          <a:p/>
        </p:txBody>
      </p:sp>
      <p:sp>
        <p:nvSpPr>
          <p:cNvPr id="52" name="Google Shape;52;p9"/>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0"/>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10"/>
          <p:cNvSpPr txBox="1"/>
          <p:nvPr>
            <p:ph idx="1" type="body"/>
          </p:nvPr>
        </p:nvSpPr>
        <p:spPr>
          <a:xfrm>
            <a:off x="1600200" y="4907281"/>
            <a:ext cx="14135100" cy="13879620"/>
          </a:xfrm>
          <a:prstGeom prst="rect">
            <a:avLst/>
          </a:prstGeom>
          <a:noFill/>
          <a:ln>
            <a:noFill/>
          </a:ln>
        </p:spPr>
        <p:txBody>
          <a:bodyPr anchorCtr="0" anchor="t" bIns="151525" lIns="303050" spcFirstLastPara="1" rIns="303050" wrap="square" tIns="151525">
            <a:noAutofit/>
          </a:bodyPr>
          <a:lstStyle>
            <a:lvl1pPr indent="-819150" lvl="0" marL="457200" algn="l">
              <a:spcBef>
                <a:spcPts val="1860"/>
              </a:spcBef>
              <a:spcAft>
                <a:spcPts val="0"/>
              </a:spcAft>
              <a:buClr>
                <a:schemeClr val="dk1"/>
              </a:buClr>
              <a:buSzPts val="9300"/>
              <a:buChar char="•"/>
              <a:defRPr sz="9300"/>
            </a:lvl1pPr>
            <a:lvl2pPr indent="-736600" lvl="1" marL="914400" algn="l">
              <a:spcBef>
                <a:spcPts val="1600"/>
              </a:spcBef>
              <a:spcAft>
                <a:spcPts val="0"/>
              </a:spcAft>
              <a:buClr>
                <a:schemeClr val="dk1"/>
              </a:buClr>
              <a:buSzPts val="8000"/>
              <a:buChar char="–"/>
              <a:defRPr sz="8000"/>
            </a:lvl2pPr>
            <a:lvl3pPr indent="-647700" lvl="2" marL="1371600" algn="l">
              <a:spcBef>
                <a:spcPts val="1320"/>
              </a:spcBef>
              <a:spcAft>
                <a:spcPts val="0"/>
              </a:spcAft>
              <a:buClr>
                <a:schemeClr val="dk1"/>
              </a:buClr>
              <a:buSzPts val="6600"/>
              <a:buChar char="•"/>
              <a:defRPr sz="6600"/>
            </a:lvl3pPr>
            <a:lvl4pPr indent="-609600" lvl="3" marL="1828800" algn="l">
              <a:spcBef>
                <a:spcPts val="1200"/>
              </a:spcBef>
              <a:spcAft>
                <a:spcPts val="0"/>
              </a:spcAft>
              <a:buClr>
                <a:schemeClr val="dk1"/>
              </a:buClr>
              <a:buSzPts val="6000"/>
              <a:buChar char="–"/>
              <a:defRPr sz="6000"/>
            </a:lvl4pPr>
            <a:lvl5pPr indent="-609600" lvl="4" marL="2286000" algn="l">
              <a:spcBef>
                <a:spcPts val="1200"/>
              </a:spcBef>
              <a:spcAft>
                <a:spcPts val="0"/>
              </a:spcAft>
              <a:buClr>
                <a:schemeClr val="dk1"/>
              </a:buClr>
              <a:buSzPts val="6000"/>
              <a:buChar char="»"/>
              <a:defRPr sz="6000"/>
            </a:lvl5pPr>
            <a:lvl6pPr indent="-609600" lvl="5" marL="2743200" algn="l">
              <a:spcBef>
                <a:spcPts val="1200"/>
              </a:spcBef>
              <a:spcAft>
                <a:spcPts val="0"/>
              </a:spcAft>
              <a:buClr>
                <a:schemeClr val="dk1"/>
              </a:buClr>
              <a:buSzPts val="6000"/>
              <a:buChar char="•"/>
              <a:defRPr sz="6000"/>
            </a:lvl6pPr>
            <a:lvl7pPr indent="-609600" lvl="6" marL="3200400" algn="l">
              <a:spcBef>
                <a:spcPts val="1200"/>
              </a:spcBef>
              <a:spcAft>
                <a:spcPts val="0"/>
              </a:spcAft>
              <a:buClr>
                <a:schemeClr val="dk1"/>
              </a:buClr>
              <a:buSzPts val="6000"/>
              <a:buChar char="•"/>
              <a:defRPr sz="6000"/>
            </a:lvl7pPr>
            <a:lvl8pPr indent="-609600" lvl="7" marL="3657600" algn="l">
              <a:spcBef>
                <a:spcPts val="1200"/>
              </a:spcBef>
              <a:spcAft>
                <a:spcPts val="0"/>
              </a:spcAft>
              <a:buClr>
                <a:schemeClr val="dk1"/>
              </a:buClr>
              <a:buSzPts val="6000"/>
              <a:buChar char="•"/>
              <a:defRPr sz="6000"/>
            </a:lvl8pPr>
            <a:lvl9pPr indent="-609600" lvl="8" marL="4114800" algn="l">
              <a:spcBef>
                <a:spcPts val="1200"/>
              </a:spcBef>
              <a:spcAft>
                <a:spcPts val="0"/>
              </a:spcAft>
              <a:buClr>
                <a:schemeClr val="dk1"/>
              </a:buClr>
              <a:buSzPts val="6000"/>
              <a:buChar char="•"/>
              <a:defRPr sz="6000"/>
            </a:lvl9pPr>
          </a:lstStyle>
          <a:p/>
        </p:txBody>
      </p:sp>
      <p:sp>
        <p:nvSpPr>
          <p:cNvPr id="58" name="Google Shape;58;p10"/>
          <p:cNvSpPr txBox="1"/>
          <p:nvPr>
            <p:ph idx="2" type="body"/>
          </p:nvPr>
        </p:nvSpPr>
        <p:spPr>
          <a:xfrm>
            <a:off x="16268700" y="4907281"/>
            <a:ext cx="14135100" cy="13879620"/>
          </a:xfrm>
          <a:prstGeom prst="rect">
            <a:avLst/>
          </a:prstGeom>
          <a:noFill/>
          <a:ln>
            <a:noFill/>
          </a:ln>
        </p:spPr>
        <p:txBody>
          <a:bodyPr anchorCtr="0" anchor="t" bIns="151525" lIns="303050" spcFirstLastPara="1" rIns="303050" wrap="square" tIns="151525">
            <a:noAutofit/>
          </a:bodyPr>
          <a:lstStyle>
            <a:lvl1pPr indent="-819150" lvl="0" marL="457200" algn="l">
              <a:spcBef>
                <a:spcPts val="1860"/>
              </a:spcBef>
              <a:spcAft>
                <a:spcPts val="0"/>
              </a:spcAft>
              <a:buClr>
                <a:schemeClr val="dk1"/>
              </a:buClr>
              <a:buSzPts val="9300"/>
              <a:buChar char="•"/>
              <a:defRPr sz="9300"/>
            </a:lvl1pPr>
            <a:lvl2pPr indent="-736600" lvl="1" marL="914400" algn="l">
              <a:spcBef>
                <a:spcPts val="1600"/>
              </a:spcBef>
              <a:spcAft>
                <a:spcPts val="0"/>
              </a:spcAft>
              <a:buClr>
                <a:schemeClr val="dk1"/>
              </a:buClr>
              <a:buSzPts val="8000"/>
              <a:buChar char="–"/>
              <a:defRPr sz="8000"/>
            </a:lvl2pPr>
            <a:lvl3pPr indent="-647700" lvl="2" marL="1371600" algn="l">
              <a:spcBef>
                <a:spcPts val="1320"/>
              </a:spcBef>
              <a:spcAft>
                <a:spcPts val="0"/>
              </a:spcAft>
              <a:buClr>
                <a:schemeClr val="dk1"/>
              </a:buClr>
              <a:buSzPts val="6600"/>
              <a:buChar char="•"/>
              <a:defRPr sz="6600"/>
            </a:lvl3pPr>
            <a:lvl4pPr indent="-609600" lvl="3" marL="1828800" algn="l">
              <a:spcBef>
                <a:spcPts val="1200"/>
              </a:spcBef>
              <a:spcAft>
                <a:spcPts val="0"/>
              </a:spcAft>
              <a:buClr>
                <a:schemeClr val="dk1"/>
              </a:buClr>
              <a:buSzPts val="6000"/>
              <a:buChar char="–"/>
              <a:defRPr sz="6000"/>
            </a:lvl4pPr>
            <a:lvl5pPr indent="-609600" lvl="4" marL="2286000" algn="l">
              <a:spcBef>
                <a:spcPts val="1200"/>
              </a:spcBef>
              <a:spcAft>
                <a:spcPts val="0"/>
              </a:spcAft>
              <a:buClr>
                <a:schemeClr val="dk1"/>
              </a:buClr>
              <a:buSzPts val="6000"/>
              <a:buChar char="»"/>
              <a:defRPr sz="6000"/>
            </a:lvl5pPr>
            <a:lvl6pPr indent="-609600" lvl="5" marL="2743200" algn="l">
              <a:spcBef>
                <a:spcPts val="1200"/>
              </a:spcBef>
              <a:spcAft>
                <a:spcPts val="0"/>
              </a:spcAft>
              <a:buClr>
                <a:schemeClr val="dk1"/>
              </a:buClr>
              <a:buSzPts val="6000"/>
              <a:buChar char="•"/>
              <a:defRPr sz="6000"/>
            </a:lvl6pPr>
            <a:lvl7pPr indent="-609600" lvl="6" marL="3200400" algn="l">
              <a:spcBef>
                <a:spcPts val="1200"/>
              </a:spcBef>
              <a:spcAft>
                <a:spcPts val="0"/>
              </a:spcAft>
              <a:buClr>
                <a:schemeClr val="dk1"/>
              </a:buClr>
              <a:buSzPts val="6000"/>
              <a:buChar char="•"/>
              <a:defRPr sz="6000"/>
            </a:lvl7pPr>
            <a:lvl8pPr indent="-609600" lvl="7" marL="3657600" algn="l">
              <a:spcBef>
                <a:spcPts val="1200"/>
              </a:spcBef>
              <a:spcAft>
                <a:spcPts val="0"/>
              </a:spcAft>
              <a:buClr>
                <a:schemeClr val="dk1"/>
              </a:buClr>
              <a:buSzPts val="6000"/>
              <a:buChar char="•"/>
              <a:defRPr sz="6000"/>
            </a:lvl8pPr>
            <a:lvl9pPr indent="-609600" lvl="8" marL="4114800" algn="l">
              <a:spcBef>
                <a:spcPts val="1200"/>
              </a:spcBef>
              <a:spcAft>
                <a:spcPts val="0"/>
              </a:spcAft>
              <a:buClr>
                <a:schemeClr val="dk1"/>
              </a:buClr>
              <a:buSzPts val="6000"/>
              <a:buChar char="•"/>
              <a:defRPr sz="6000"/>
            </a:lvl9pPr>
          </a:lstStyle>
          <a:p/>
        </p:txBody>
      </p:sp>
      <p:sp>
        <p:nvSpPr>
          <p:cNvPr id="59" name="Google Shape;59;p10"/>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1"/>
          <p:cNvSpPr txBox="1"/>
          <p:nvPr>
            <p:ph type="title"/>
          </p:nvPr>
        </p:nvSpPr>
        <p:spPr>
          <a:xfrm>
            <a:off x="2528096" y="13514495"/>
            <a:ext cx="27203400" cy="4177030"/>
          </a:xfrm>
          <a:prstGeom prst="rect">
            <a:avLst/>
          </a:prstGeom>
          <a:noFill/>
          <a:ln>
            <a:noFill/>
          </a:ln>
        </p:spPr>
        <p:txBody>
          <a:bodyPr anchorCtr="0" anchor="t" bIns="151525" lIns="303050" spcFirstLastPara="1" rIns="303050" wrap="square" tIns="151525">
            <a:noAutofit/>
          </a:bodyPr>
          <a:lstStyle>
            <a:lvl1pPr lvl="0" algn="l">
              <a:spcBef>
                <a:spcPts val="0"/>
              </a:spcBef>
              <a:spcAft>
                <a:spcPts val="0"/>
              </a:spcAft>
              <a:buSzPts val="1400"/>
              <a:buNone/>
              <a:defRPr b="1" sz="133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1"/>
          <p:cNvSpPr txBox="1"/>
          <p:nvPr>
            <p:ph idx="1" type="body"/>
          </p:nvPr>
        </p:nvSpPr>
        <p:spPr>
          <a:xfrm>
            <a:off x="2528096" y="8913922"/>
            <a:ext cx="27203400" cy="4600573"/>
          </a:xfrm>
          <a:prstGeom prst="rect">
            <a:avLst/>
          </a:prstGeom>
          <a:noFill/>
          <a:ln>
            <a:noFill/>
          </a:ln>
        </p:spPr>
        <p:txBody>
          <a:bodyPr anchorCtr="0" anchor="b" bIns="151525" lIns="303050" spcFirstLastPara="1" rIns="303050" wrap="square" tIns="151525">
            <a:noAutofit/>
          </a:bodyPr>
          <a:lstStyle>
            <a:lvl1pPr indent="-228600" lvl="0" marL="457200" algn="l">
              <a:spcBef>
                <a:spcPts val="1320"/>
              </a:spcBef>
              <a:spcAft>
                <a:spcPts val="0"/>
              </a:spcAft>
              <a:buClr>
                <a:srgbClr val="888888"/>
              </a:buClr>
              <a:buSzPts val="6600"/>
              <a:buNone/>
              <a:defRPr sz="6600">
                <a:solidFill>
                  <a:srgbClr val="888888"/>
                </a:solidFill>
              </a:defRPr>
            </a:lvl1pPr>
            <a:lvl2pPr indent="-228600" lvl="1" marL="914400" algn="l">
              <a:spcBef>
                <a:spcPts val="1200"/>
              </a:spcBef>
              <a:spcAft>
                <a:spcPts val="0"/>
              </a:spcAft>
              <a:buClr>
                <a:srgbClr val="888888"/>
              </a:buClr>
              <a:buSzPts val="6000"/>
              <a:buNone/>
              <a:defRPr sz="6000">
                <a:solidFill>
                  <a:srgbClr val="888888"/>
                </a:solidFill>
              </a:defRPr>
            </a:lvl2pPr>
            <a:lvl3pPr indent="-228600" lvl="2" marL="1371600" algn="l">
              <a:spcBef>
                <a:spcPts val="1060"/>
              </a:spcBef>
              <a:spcAft>
                <a:spcPts val="0"/>
              </a:spcAft>
              <a:buClr>
                <a:srgbClr val="888888"/>
              </a:buClr>
              <a:buSzPts val="5300"/>
              <a:buNone/>
              <a:defRPr sz="5300">
                <a:solidFill>
                  <a:srgbClr val="888888"/>
                </a:solidFill>
              </a:defRPr>
            </a:lvl3pPr>
            <a:lvl4pPr indent="-228600" lvl="3" marL="1828800" algn="l">
              <a:spcBef>
                <a:spcPts val="920"/>
              </a:spcBef>
              <a:spcAft>
                <a:spcPts val="0"/>
              </a:spcAft>
              <a:buClr>
                <a:srgbClr val="888888"/>
              </a:buClr>
              <a:buSzPts val="4600"/>
              <a:buNone/>
              <a:defRPr sz="4600">
                <a:solidFill>
                  <a:srgbClr val="888888"/>
                </a:solidFill>
              </a:defRPr>
            </a:lvl4pPr>
            <a:lvl5pPr indent="-228600" lvl="4" marL="2286000" algn="l">
              <a:spcBef>
                <a:spcPts val="920"/>
              </a:spcBef>
              <a:spcAft>
                <a:spcPts val="0"/>
              </a:spcAft>
              <a:buClr>
                <a:srgbClr val="888888"/>
              </a:buClr>
              <a:buSzPts val="4600"/>
              <a:buNone/>
              <a:defRPr sz="4600">
                <a:solidFill>
                  <a:srgbClr val="888888"/>
                </a:solidFill>
              </a:defRPr>
            </a:lvl5pPr>
            <a:lvl6pPr indent="-228600" lvl="5" marL="2743200" algn="l">
              <a:spcBef>
                <a:spcPts val="920"/>
              </a:spcBef>
              <a:spcAft>
                <a:spcPts val="0"/>
              </a:spcAft>
              <a:buClr>
                <a:srgbClr val="888888"/>
              </a:buClr>
              <a:buSzPts val="4600"/>
              <a:buNone/>
              <a:defRPr sz="4600">
                <a:solidFill>
                  <a:srgbClr val="888888"/>
                </a:solidFill>
              </a:defRPr>
            </a:lvl6pPr>
            <a:lvl7pPr indent="-228600" lvl="6" marL="3200400" algn="l">
              <a:spcBef>
                <a:spcPts val="920"/>
              </a:spcBef>
              <a:spcAft>
                <a:spcPts val="0"/>
              </a:spcAft>
              <a:buClr>
                <a:srgbClr val="888888"/>
              </a:buClr>
              <a:buSzPts val="4600"/>
              <a:buNone/>
              <a:defRPr sz="4600">
                <a:solidFill>
                  <a:srgbClr val="888888"/>
                </a:solidFill>
              </a:defRPr>
            </a:lvl7pPr>
            <a:lvl8pPr indent="-228600" lvl="7" marL="3657600" algn="l">
              <a:spcBef>
                <a:spcPts val="920"/>
              </a:spcBef>
              <a:spcAft>
                <a:spcPts val="0"/>
              </a:spcAft>
              <a:buClr>
                <a:srgbClr val="888888"/>
              </a:buClr>
              <a:buSzPts val="4600"/>
              <a:buNone/>
              <a:defRPr sz="4600">
                <a:solidFill>
                  <a:srgbClr val="888888"/>
                </a:solidFill>
              </a:defRPr>
            </a:lvl8pPr>
            <a:lvl9pPr indent="-228600" lvl="8" marL="4114800" algn="l">
              <a:spcBef>
                <a:spcPts val="920"/>
              </a:spcBef>
              <a:spcAft>
                <a:spcPts val="0"/>
              </a:spcAft>
              <a:buClr>
                <a:srgbClr val="888888"/>
              </a:buClr>
              <a:buSzPts val="4600"/>
              <a:buNone/>
              <a:defRPr sz="4600">
                <a:solidFill>
                  <a:srgbClr val="888888"/>
                </a:solidFill>
              </a:defRPr>
            </a:lvl9pPr>
          </a:lstStyle>
          <a:p/>
        </p:txBody>
      </p:sp>
      <p:sp>
        <p:nvSpPr>
          <p:cNvPr id="65" name="Google Shape;65;p11"/>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2"/>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12"/>
          <p:cNvSpPr txBox="1"/>
          <p:nvPr>
            <p:ph idx="1" type="body"/>
          </p:nvPr>
        </p:nvSpPr>
        <p:spPr>
          <a:xfrm>
            <a:off x="1600200" y="4906962"/>
            <a:ext cx="28803600" cy="13879512"/>
          </a:xfrm>
          <a:prstGeom prst="rect">
            <a:avLst/>
          </a:prstGeom>
          <a:noFill/>
          <a:ln>
            <a:noFill/>
          </a:ln>
        </p:spPr>
        <p:txBody>
          <a:bodyPr anchorCtr="0" anchor="t" bIns="151525" lIns="303050" spcFirstLastPara="1" rIns="303050" wrap="square" tIns="1515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3"/>
          <p:cNvSpPr txBox="1"/>
          <p:nvPr>
            <p:ph type="ctrTitle"/>
          </p:nvPr>
        </p:nvSpPr>
        <p:spPr>
          <a:xfrm>
            <a:off x="2400300" y="6533305"/>
            <a:ext cx="27203400" cy="4508077"/>
          </a:xfrm>
          <a:prstGeom prst="rect">
            <a:avLst/>
          </a:prstGeom>
          <a:noFill/>
          <a:ln>
            <a:noFill/>
          </a:ln>
        </p:spPr>
        <p:txBody>
          <a:bodyPr anchorCtr="0" anchor="ctr" bIns="151525" lIns="303050" spcFirstLastPara="1" rIns="303050" wrap="square" tIns="1515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3"/>
          <p:cNvSpPr txBox="1"/>
          <p:nvPr>
            <p:ph idx="1" type="subTitle"/>
          </p:nvPr>
        </p:nvSpPr>
        <p:spPr>
          <a:xfrm>
            <a:off x="4800600" y="11917680"/>
            <a:ext cx="22402800" cy="5374640"/>
          </a:xfrm>
          <a:prstGeom prst="rect">
            <a:avLst/>
          </a:prstGeom>
          <a:noFill/>
          <a:ln>
            <a:noFill/>
          </a:ln>
        </p:spPr>
        <p:txBody>
          <a:bodyPr anchorCtr="0" anchor="t" bIns="151525" lIns="303050" spcFirstLastPara="1" rIns="303050" wrap="square" tIns="151525">
            <a:noAutofit/>
          </a:bodyPr>
          <a:lstStyle>
            <a:lvl1pPr lvl="0" algn="ctr">
              <a:spcBef>
                <a:spcPts val="2120"/>
              </a:spcBef>
              <a:spcAft>
                <a:spcPts val="0"/>
              </a:spcAft>
              <a:buClr>
                <a:srgbClr val="888888"/>
              </a:buClr>
              <a:buSzPts val="10600"/>
              <a:buNone/>
              <a:defRPr>
                <a:solidFill>
                  <a:srgbClr val="888888"/>
                </a:solidFill>
              </a:defRPr>
            </a:lvl1pPr>
            <a:lvl2pPr lvl="1" algn="ctr">
              <a:spcBef>
                <a:spcPts val="1860"/>
              </a:spcBef>
              <a:spcAft>
                <a:spcPts val="0"/>
              </a:spcAft>
              <a:buClr>
                <a:srgbClr val="888888"/>
              </a:buClr>
              <a:buSzPts val="9300"/>
              <a:buNone/>
              <a:defRPr>
                <a:solidFill>
                  <a:srgbClr val="888888"/>
                </a:solidFill>
              </a:defRPr>
            </a:lvl2pPr>
            <a:lvl3pPr lvl="2" algn="ctr">
              <a:spcBef>
                <a:spcPts val="1600"/>
              </a:spcBef>
              <a:spcAft>
                <a:spcPts val="0"/>
              </a:spcAft>
              <a:buClr>
                <a:srgbClr val="888888"/>
              </a:buClr>
              <a:buSzPts val="8000"/>
              <a:buNone/>
              <a:defRPr>
                <a:solidFill>
                  <a:srgbClr val="888888"/>
                </a:solidFill>
              </a:defRPr>
            </a:lvl3pPr>
            <a:lvl4pPr lvl="3" algn="ctr">
              <a:spcBef>
                <a:spcPts val="1320"/>
              </a:spcBef>
              <a:spcAft>
                <a:spcPts val="0"/>
              </a:spcAft>
              <a:buClr>
                <a:srgbClr val="888888"/>
              </a:buClr>
              <a:buSzPts val="6600"/>
              <a:buNone/>
              <a:defRPr>
                <a:solidFill>
                  <a:srgbClr val="888888"/>
                </a:solidFill>
              </a:defRPr>
            </a:lvl4pPr>
            <a:lvl5pPr lvl="4" algn="ctr">
              <a:spcBef>
                <a:spcPts val="1320"/>
              </a:spcBef>
              <a:spcAft>
                <a:spcPts val="0"/>
              </a:spcAft>
              <a:buClr>
                <a:srgbClr val="888888"/>
              </a:buClr>
              <a:buSzPts val="6600"/>
              <a:buNone/>
              <a:defRPr>
                <a:solidFill>
                  <a:srgbClr val="888888"/>
                </a:solidFill>
              </a:defRPr>
            </a:lvl5pPr>
            <a:lvl6pPr lvl="5" algn="ctr">
              <a:spcBef>
                <a:spcPts val="1320"/>
              </a:spcBef>
              <a:spcAft>
                <a:spcPts val="0"/>
              </a:spcAft>
              <a:buClr>
                <a:srgbClr val="888888"/>
              </a:buClr>
              <a:buSzPts val="6600"/>
              <a:buNone/>
              <a:defRPr>
                <a:solidFill>
                  <a:srgbClr val="888888"/>
                </a:solidFill>
              </a:defRPr>
            </a:lvl6pPr>
            <a:lvl7pPr lvl="6" algn="ctr">
              <a:spcBef>
                <a:spcPts val="1320"/>
              </a:spcBef>
              <a:spcAft>
                <a:spcPts val="0"/>
              </a:spcAft>
              <a:buClr>
                <a:srgbClr val="888888"/>
              </a:buClr>
              <a:buSzPts val="6600"/>
              <a:buNone/>
              <a:defRPr>
                <a:solidFill>
                  <a:srgbClr val="888888"/>
                </a:solidFill>
              </a:defRPr>
            </a:lvl7pPr>
            <a:lvl8pPr lvl="7" algn="ctr">
              <a:spcBef>
                <a:spcPts val="1320"/>
              </a:spcBef>
              <a:spcAft>
                <a:spcPts val="0"/>
              </a:spcAft>
              <a:buClr>
                <a:srgbClr val="888888"/>
              </a:buClr>
              <a:buSzPts val="6600"/>
              <a:buNone/>
              <a:defRPr>
                <a:solidFill>
                  <a:srgbClr val="888888"/>
                </a:solidFill>
              </a:defRPr>
            </a:lvl8pPr>
            <a:lvl9pPr lvl="8" algn="ctr">
              <a:spcBef>
                <a:spcPts val="1320"/>
              </a:spcBef>
              <a:spcAft>
                <a:spcPts val="0"/>
              </a:spcAft>
              <a:buClr>
                <a:srgbClr val="888888"/>
              </a:buClr>
              <a:buSzPts val="6600"/>
              <a:buNone/>
              <a:defRPr>
                <a:solidFill>
                  <a:srgbClr val="888888"/>
                </a:solidFill>
              </a:defRPr>
            </a:lvl9pPr>
          </a:lstStyle>
          <a:p/>
        </p:txBody>
      </p:sp>
      <p:sp>
        <p:nvSpPr>
          <p:cNvPr id="77" name="Google Shape;77;p13"/>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sz="40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4000"/>
              <a:buFont typeface="Calibri"/>
              <a:buNone/>
              <a:defRPr b="0" i="0" sz="40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600200" y="842962"/>
            <a:ext cx="28803600" cy="3505200"/>
          </a:xfrm>
          <a:prstGeom prst="rect">
            <a:avLst/>
          </a:prstGeom>
          <a:noFill/>
          <a:ln>
            <a:noFill/>
          </a:ln>
        </p:spPr>
        <p:txBody>
          <a:bodyPr anchorCtr="0" anchor="ctr" bIns="151525" lIns="303050" spcFirstLastPara="1" rIns="303050" wrap="square" tIns="151525">
            <a:noAutofit/>
          </a:bodyPr>
          <a:lstStyle>
            <a:lvl1pPr lvl="0"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14600" u="none" cap="none" strike="noStrike">
                <a:solidFill>
                  <a:schemeClr val="dk1"/>
                </a:solidFill>
                <a:latin typeface="Calibri"/>
                <a:ea typeface="Calibri"/>
                <a:cs typeface="Calibri"/>
                <a:sym typeface="Calibri"/>
              </a:defRPr>
            </a:lvl9pPr>
          </a:lstStyle>
          <a:p/>
        </p:txBody>
      </p:sp>
      <p:sp>
        <p:nvSpPr>
          <p:cNvPr id="7" name="Google Shape;7;p2"/>
          <p:cNvSpPr txBox="1"/>
          <p:nvPr>
            <p:ph idx="1" type="body"/>
          </p:nvPr>
        </p:nvSpPr>
        <p:spPr>
          <a:xfrm>
            <a:off x="1600200" y="4906962"/>
            <a:ext cx="28803600" cy="13879512"/>
          </a:xfrm>
          <a:prstGeom prst="rect">
            <a:avLst/>
          </a:prstGeom>
          <a:noFill/>
          <a:ln>
            <a:noFill/>
          </a:ln>
        </p:spPr>
        <p:txBody>
          <a:bodyPr anchorCtr="0" anchor="t" bIns="151525" lIns="303050" spcFirstLastPara="1" rIns="303050" wrap="square" tIns="151525">
            <a:noAutofit/>
          </a:bodyPr>
          <a:lstStyle>
            <a:lvl1pPr indent="-901700" lvl="0" marL="457200" marR="0" rtl="0" algn="l">
              <a:spcBef>
                <a:spcPts val="2120"/>
              </a:spcBef>
              <a:spcAft>
                <a:spcPts val="0"/>
              </a:spcAft>
              <a:buClr>
                <a:schemeClr val="dk1"/>
              </a:buClr>
              <a:buSzPts val="10600"/>
              <a:buFont typeface="Arial"/>
              <a:buChar char="•"/>
              <a:defRPr b="0" i="0" sz="10600" u="none" cap="none" strike="noStrike">
                <a:solidFill>
                  <a:schemeClr val="dk1"/>
                </a:solidFill>
                <a:latin typeface="Calibri"/>
                <a:ea typeface="Calibri"/>
                <a:cs typeface="Calibri"/>
                <a:sym typeface="Calibri"/>
              </a:defRPr>
            </a:lvl1pPr>
            <a:lvl2pPr indent="-819150" lvl="1" marL="914400" marR="0" rtl="0" algn="l">
              <a:spcBef>
                <a:spcPts val="1860"/>
              </a:spcBef>
              <a:spcAft>
                <a:spcPts val="0"/>
              </a:spcAft>
              <a:buClr>
                <a:schemeClr val="dk1"/>
              </a:buClr>
              <a:buSzPts val="9300"/>
              <a:buFont typeface="Arial"/>
              <a:buChar char="–"/>
              <a:defRPr b="0" i="0" sz="9300" u="none" cap="none" strike="noStrike">
                <a:solidFill>
                  <a:schemeClr val="dk1"/>
                </a:solidFill>
                <a:latin typeface="Calibri"/>
                <a:ea typeface="Calibri"/>
                <a:cs typeface="Calibri"/>
                <a:sym typeface="Calibri"/>
              </a:defRPr>
            </a:lvl2pPr>
            <a:lvl3pPr indent="-736600" lvl="2" marL="1371600" marR="0" rtl="0" algn="l">
              <a:spcBef>
                <a:spcPts val="16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47700" lvl="3" marL="18288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4pPr>
            <a:lvl5pPr indent="-647700" lvl="4" marL="22860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5pPr>
            <a:lvl6pPr indent="-647700" lvl="5" marL="27432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6pPr>
            <a:lvl7pPr indent="-647700" lvl="6" marL="32004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7pPr>
            <a:lvl8pPr indent="-647700" lvl="7" marL="36576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8pPr>
            <a:lvl9pPr indent="-647700" lvl="8" marL="4114800" marR="0" rtl="0" algn="l">
              <a:spcBef>
                <a:spcPts val="132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1600200" y="19492912"/>
            <a:ext cx="7467600" cy="1119187"/>
          </a:xfrm>
          <a:prstGeom prst="rect">
            <a:avLst/>
          </a:prstGeom>
          <a:noFill/>
          <a:ln>
            <a:noFill/>
          </a:ln>
        </p:spPr>
        <p:txBody>
          <a:bodyPr anchorCtr="0" anchor="ctr" bIns="151525" lIns="303050" spcFirstLastPara="1" rIns="303050" wrap="square" tIns="151525">
            <a:noAutofit/>
          </a:bodyPr>
          <a:lstStyle>
            <a:lvl1pPr lvl="0" marR="0" rtl="0" algn="l">
              <a:lnSpc>
                <a:spcPct val="100000"/>
              </a:lnSpc>
              <a:spcBef>
                <a:spcPts val="0"/>
              </a:spcBef>
              <a:spcAft>
                <a:spcPts val="0"/>
              </a:spcAft>
              <a:buSzPts val="1400"/>
              <a:buNone/>
              <a:defRPr b="0" i="0" sz="40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10934700" y="19492912"/>
            <a:ext cx="10134600" cy="1119187"/>
          </a:xfrm>
          <a:prstGeom prst="rect">
            <a:avLst/>
          </a:prstGeom>
          <a:noFill/>
          <a:ln>
            <a:noFill/>
          </a:ln>
        </p:spPr>
        <p:txBody>
          <a:bodyPr anchorCtr="0" anchor="ctr" bIns="151525" lIns="303050" spcFirstLastPara="1" rIns="303050" wrap="square" tIns="151525">
            <a:noAutofit/>
          </a:bodyPr>
          <a:lstStyle>
            <a:lvl1pPr lvl="0"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60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22936200" y="19492912"/>
            <a:ext cx="7467600" cy="1119187"/>
          </a:xfrm>
          <a:prstGeom prst="rect">
            <a:avLst/>
          </a:prstGeom>
          <a:noFill/>
          <a:ln>
            <a:noFill/>
          </a:ln>
        </p:spPr>
        <p:txBody>
          <a:bodyPr anchorCtr="0" anchor="ctr" bIns="151525" lIns="303050" spcFirstLastPara="1" rIns="303050" wrap="square" tIns="151525">
            <a:noAutofit/>
          </a:bodyPr>
          <a:lstStyle>
            <a:lvl1pPr indent="0" lvl="0"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4000"/>
              <a:buFont typeface="Calibri"/>
              <a:buNone/>
              <a:defRPr b="0" i="0" sz="40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psyche.ssl.berkeley.edu" TargetMode="External"/><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47C33"/>
            </a:gs>
            <a:gs pos="100000">
              <a:srgbClr val="EF5966"/>
            </a:gs>
          </a:gsLst>
          <a:lin ang="5400012" scaled="0"/>
        </a:gradFill>
      </p:bgPr>
    </p:bg>
    <p:spTree>
      <p:nvGrpSpPr>
        <p:cNvPr id="83" name="Shape 83"/>
        <p:cNvGrpSpPr/>
        <p:nvPr/>
      </p:nvGrpSpPr>
      <p:grpSpPr>
        <a:xfrm>
          <a:off x="0" y="0"/>
          <a:ext cx="0" cy="0"/>
          <a:chOff x="0" y="0"/>
          <a:chExt cx="0" cy="0"/>
        </a:xfrm>
      </p:grpSpPr>
      <p:sp>
        <p:nvSpPr>
          <p:cNvPr id="84" name="Google Shape;84;p1"/>
          <p:cNvSpPr txBox="1"/>
          <p:nvPr/>
        </p:nvSpPr>
        <p:spPr>
          <a:xfrm>
            <a:off x="4044325" y="333100"/>
            <a:ext cx="190719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0">
                <a:solidFill>
                  <a:schemeClr val="dk1"/>
                </a:solidFill>
                <a:latin typeface="Helvetica Neue Light"/>
                <a:ea typeface="Helvetica Neue Light"/>
                <a:cs typeface="Helvetica Neue Light"/>
                <a:sym typeface="Helvetica Neue Light"/>
              </a:rPr>
              <a:t>Virtual Reality Psyche Inspired Art and Artists Showcase</a:t>
            </a:r>
            <a:endParaRPr sz="10000">
              <a:solidFill>
                <a:schemeClr val="dk1"/>
              </a:solidFill>
              <a:latin typeface="Helvetica Neue Light"/>
              <a:ea typeface="Helvetica Neue Light"/>
              <a:cs typeface="Helvetica Neue Light"/>
              <a:sym typeface="Helvetica Neue Light"/>
            </a:endParaRPr>
          </a:p>
        </p:txBody>
      </p:sp>
      <p:sp>
        <p:nvSpPr>
          <p:cNvPr id="85" name="Google Shape;85;p1"/>
          <p:cNvSpPr txBox="1"/>
          <p:nvPr/>
        </p:nvSpPr>
        <p:spPr>
          <a:xfrm>
            <a:off x="11288250" y="4007950"/>
            <a:ext cx="9427500" cy="58491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4600">
                <a:solidFill>
                  <a:schemeClr val="dk1"/>
                </a:solidFill>
                <a:latin typeface="Helvetica Neue Light"/>
                <a:ea typeface="Helvetica Neue Light"/>
                <a:cs typeface="Helvetica Neue Light"/>
                <a:sym typeface="Helvetica Neue Light"/>
              </a:rPr>
              <a:t>Web Scraper</a:t>
            </a:r>
            <a:endParaRPr sz="46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The media files for all Psyche Inspired projects are hosted on the online Psyche Artwork Gallery. Each project file must be downloaded and stored locally in order to appear in the museum. Our team created a spreadsheet that stores the information about each project (title, artist, medium, etc.) as well as the link to the project’s page within Psyche's online gallery. Our software analyzes the spreadsheet and uses our web scraper, which visits the webpage and downloads all media attached to a project, whether that be an image, a YouTube video, a gif, or something else. It then stores these media files along with their associated project information in a local SQLite database. This database creator/updater has been containerized using Docker for ease of use. Once this database has been populated, the Unity VR program is able to read from the database and populate art frames on the museum walls with the project's media, whatever filetype that might be.</a:t>
            </a:r>
            <a:endParaRPr sz="2300">
              <a:solidFill>
                <a:schemeClr val="dk1"/>
              </a:solidFill>
              <a:latin typeface="Helvetica Neue Light"/>
              <a:ea typeface="Helvetica Neue Light"/>
              <a:cs typeface="Helvetica Neue Light"/>
              <a:sym typeface="Helvetica Neue Light"/>
            </a:endParaRPr>
          </a:p>
        </p:txBody>
      </p:sp>
      <p:sp>
        <p:nvSpPr>
          <p:cNvPr id="86" name="Google Shape;86;p1"/>
          <p:cNvSpPr txBox="1"/>
          <p:nvPr/>
        </p:nvSpPr>
        <p:spPr>
          <a:xfrm>
            <a:off x="957550" y="10421975"/>
            <a:ext cx="9427500" cy="44331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4600">
                <a:solidFill>
                  <a:schemeClr val="dk1"/>
                </a:solidFill>
                <a:latin typeface="Helvetica Neue Light"/>
                <a:ea typeface="Helvetica Neue Light"/>
                <a:cs typeface="Helvetica Neue Light"/>
                <a:sym typeface="Helvetica Neue Light"/>
              </a:rPr>
              <a:t>System Architecture</a:t>
            </a:r>
            <a:endParaRPr sz="46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Internally, the system is divided up into three main systems that all talk to each other. These are the </a:t>
            </a:r>
            <a:r>
              <a:rPr b="1" lang="en-US" sz="2300">
                <a:solidFill>
                  <a:schemeClr val="dk1"/>
                </a:solidFill>
                <a:latin typeface="Helvetica Neue"/>
                <a:ea typeface="Helvetica Neue"/>
                <a:cs typeface="Helvetica Neue"/>
                <a:sym typeface="Helvetica Neue"/>
              </a:rPr>
              <a:t>Museum Layout Generator</a:t>
            </a:r>
            <a:r>
              <a:rPr lang="en-US" sz="2300">
                <a:solidFill>
                  <a:schemeClr val="dk1"/>
                </a:solidFill>
                <a:latin typeface="Helvetica Neue Light"/>
                <a:ea typeface="Helvetica Neue Light"/>
                <a:cs typeface="Helvetica Neue Light"/>
                <a:sym typeface="Helvetica Neue Light"/>
              </a:rPr>
              <a:t>, the </a:t>
            </a:r>
            <a:r>
              <a:rPr b="1" lang="en-US" sz="2300">
                <a:solidFill>
                  <a:schemeClr val="dk1"/>
                </a:solidFill>
                <a:latin typeface="Helvetica Neue"/>
                <a:ea typeface="Helvetica Neue"/>
                <a:cs typeface="Helvetica Neue"/>
                <a:sym typeface="Helvetica Neue"/>
              </a:rPr>
              <a:t>Artwork Displays</a:t>
            </a:r>
            <a:r>
              <a:rPr lang="en-US" sz="2300">
                <a:solidFill>
                  <a:schemeClr val="dk1"/>
                </a:solidFill>
                <a:latin typeface="Helvetica Neue Light"/>
                <a:ea typeface="Helvetica Neue Light"/>
                <a:cs typeface="Helvetica Neue Light"/>
                <a:sym typeface="Helvetica Neue Light"/>
              </a:rPr>
              <a:t>, and the </a:t>
            </a:r>
            <a:r>
              <a:rPr b="1" lang="en-US" sz="2300">
                <a:solidFill>
                  <a:schemeClr val="dk1"/>
                </a:solidFill>
                <a:latin typeface="Helvetica Neue"/>
                <a:ea typeface="Helvetica Neue"/>
                <a:cs typeface="Helvetica Neue"/>
                <a:sym typeface="Helvetica Neue"/>
              </a:rPr>
              <a:t>Database Middleware</a:t>
            </a:r>
            <a:r>
              <a:rPr lang="en-US" sz="2300">
                <a:solidFill>
                  <a:schemeClr val="dk1"/>
                </a:solidFill>
                <a:latin typeface="Helvetica Neue Light"/>
                <a:ea typeface="Helvetica Neue Light"/>
                <a:cs typeface="Helvetica Neue Light"/>
                <a:sym typeface="Helvetica Neue Light"/>
              </a:rPr>
              <a:t>. During normal operation, the system follows a pattern of first having the Museum Layout Generator create a layout, which then sends the populate signal to the Artwork Displays, which individually request artwork from the Database Middleware, which reads from the database generated by the </a:t>
            </a:r>
            <a:r>
              <a:rPr b="1" lang="en-US" sz="2300">
                <a:solidFill>
                  <a:schemeClr val="dk1"/>
                </a:solidFill>
                <a:latin typeface="Helvetica Neue"/>
                <a:ea typeface="Helvetica Neue"/>
                <a:cs typeface="Helvetica Neue"/>
                <a:sym typeface="Helvetica Neue"/>
              </a:rPr>
              <a:t>Web Scraper</a:t>
            </a:r>
            <a:r>
              <a:rPr lang="en-US" sz="2300">
                <a:solidFill>
                  <a:schemeClr val="dk1"/>
                </a:solidFill>
                <a:latin typeface="Helvetica Neue Light"/>
                <a:ea typeface="Helvetica Neue Light"/>
                <a:cs typeface="Helvetica Neue Light"/>
                <a:sym typeface="Helvetica Neue Light"/>
              </a:rPr>
              <a:t>. Each of these major systems rely on each other to fully build out and populate a new museum, but are still fairly independent in their function.</a:t>
            </a:r>
            <a:endParaRPr sz="2300">
              <a:solidFill>
                <a:schemeClr val="dk1"/>
              </a:solidFill>
              <a:latin typeface="Helvetica Neue Light"/>
              <a:ea typeface="Helvetica Neue Light"/>
              <a:cs typeface="Helvetica Neue Light"/>
              <a:sym typeface="Helvetica Neue Light"/>
            </a:endParaRPr>
          </a:p>
        </p:txBody>
      </p:sp>
      <p:sp>
        <p:nvSpPr>
          <p:cNvPr id="87" name="Google Shape;87;p1"/>
          <p:cNvSpPr txBox="1"/>
          <p:nvPr/>
        </p:nvSpPr>
        <p:spPr>
          <a:xfrm>
            <a:off x="21618950" y="4007950"/>
            <a:ext cx="9427500" cy="37248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4600">
                <a:solidFill>
                  <a:schemeClr val="dk1"/>
                </a:solidFill>
                <a:latin typeface="Helvetica Neue Light"/>
                <a:ea typeface="Helvetica Neue Light"/>
                <a:cs typeface="Helvetica Neue Light"/>
                <a:sym typeface="Helvetica Neue Light"/>
              </a:rPr>
              <a:t>Museum Layout Generation</a:t>
            </a:r>
            <a:endParaRPr sz="46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Every time a new user enters the museum, an entirely fresh museum layout is generated, given some number of artworks to display. The algorithm snakes through a grid and determines where rooms will be and to which rooms they will connect. Then, spread out along the walls, art displays (see </a:t>
            </a:r>
            <a:r>
              <a:rPr b="1" lang="en-US" sz="2300">
                <a:solidFill>
                  <a:schemeClr val="dk1"/>
                </a:solidFill>
                <a:latin typeface="Helvetica Neue"/>
                <a:ea typeface="Helvetica Neue"/>
                <a:cs typeface="Helvetica Neue"/>
                <a:sym typeface="Helvetica Neue"/>
              </a:rPr>
              <a:t>Artwork Display</a:t>
            </a:r>
            <a:r>
              <a:rPr lang="en-US" sz="2300">
                <a:solidFill>
                  <a:schemeClr val="dk1"/>
                </a:solidFill>
                <a:latin typeface="Helvetica Neue Light"/>
                <a:ea typeface="Helvetica Neue Light"/>
                <a:cs typeface="Helvetica Neue Light"/>
                <a:sym typeface="Helvetica Neue Light"/>
              </a:rPr>
              <a:t>) are populated with random art from our database. As a final step, to give the museum some flair, we add in fun decorations that our team has produced. Once all these steps are completed, the user is free to explore their uniquely generated museum!</a:t>
            </a:r>
            <a:endParaRPr sz="2300">
              <a:solidFill>
                <a:schemeClr val="dk1"/>
              </a:solidFill>
              <a:latin typeface="Helvetica Neue Light"/>
              <a:ea typeface="Helvetica Neue Light"/>
              <a:cs typeface="Helvetica Neue Light"/>
              <a:sym typeface="Helvetica Neue Light"/>
            </a:endParaRPr>
          </a:p>
        </p:txBody>
      </p:sp>
      <p:sp>
        <p:nvSpPr>
          <p:cNvPr id="88" name="Google Shape;88;p1"/>
          <p:cNvSpPr txBox="1"/>
          <p:nvPr/>
        </p:nvSpPr>
        <p:spPr>
          <a:xfrm>
            <a:off x="840550" y="19153250"/>
            <a:ext cx="9544500" cy="12006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rPr>
              <a:t>This work was created in partial fulfillment of</a:t>
            </a:r>
            <a:r>
              <a:rPr b="1" lang="en-US" sz="1100">
                <a:solidFill>
                  <a:schemeClr val="dk1"/>
                </a:solidFill>
              </a:rPr>
              <a:t> </a:t>
            </a:r>
            <a:r>
              <a:rPr lang="en-US" sz="1100">
                <a:solidFill>
                  <a:schemeClr val="dk1"/>
                </a:solidFill>
              </a:rPr>
              <a:t>ASU Capstone Course SER401/402. The work is a result of the Psyche Student Collaborations component of NASA’s Psyche Mission (</a:t>
            </a:r>
            <a:r>
              <a:rPr lang="en-US" sz="1100">
                <a:solidFill>
                  <a:srgbClr val="1264A3"/>
                </a:solidFill>
                <a:uFill>
                  <a:noFill/>
                </a:uFill>
                <a:hlinkClick r:id="rId3">
                  <a:extLst>
                    <a:ext uri="{A12FA001-AC4F-418D-AE19-62706E023703}">
                      <ahyp:hlinkClr val="tx"/>
                    </a:ext>
                  </a:extLst>
                </a:hlinkClick>
              </a:rPr>
              <a:t>https://psyche.ssl.berkeley.edu</a:t>
            </a:r>
            <a:r>
              <a:rPr lang="en-US" sz="1100">
                <a:solidFill>
                  <a:schemeClr val="dk1"/>
                </a:solidFill>
              </a:rPr>
              <a:t>). “Psyche: A Journey to a Metal World” [Contract number NNM16AA09C] is part of the NASA Discovery Program mission to solar system targets. Trade names and trademarks of ASU and NASA are used in this work for identification only. Their usage does not constitute an official endorsement, either expressed or implied, by Arizona State University or National Aeronautics and Space Administration. The content is solely the responsibility of the authors and does not necessarily represent the official views of ASU or NASA.</a:t>
            </a:r>
            <a:endParaRPr sz="1200">
              <a:solidFill>
                <a:schemeClr val="dk1"/>
              </a:solidFill>
              <a:latin typeface="Calibri"/>
              <a:ea typeface="Calibri"/>
              <a:cs typeface="Calibri"/>
              <a:sym typeface="Calibri"/>
            </a:endParaRPr>
          </a:p>
        </p:txBody>
      </p:sp>
      <p:sp>
        <p:nvSpPr>
          <p:cNvPr id="89" name="Google Shape;89;p1"/>
          <p:cNvSpPr txBox="1"/>
          <p:nvPr/>
        </p:nvSpPr>
        <p:spPr>
          <a:xfrm>
            <a:off x="957550" y="4011850"/>
            <a:ext cx="9427500" cy="62031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4600">
                <a:solidFill>
                  <a:schemeClr val="dk1"/>
                </a:solidFill>
                <a:latin typeface="Helvetica Neue Light"/>
                <a:ea typeface="Helvetica Neue Light"/>
                <a:cs typeface="Helvetica Neue Light"/>
                <a:sym typeface="Helvetica Neue Light"/>
              </a:rPr>
              <a:t>Project Overview</a:t>
            </a:r>
            <a:endParaRPr sz="46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On October 13th, 2023, NASA launched a space probe destined for the Psyche asteroid.  This probe, also named Psyche, will orbit the asteroid to take measurements that could provide insights into the formation of Earth itself.  As part of </a:t>
            </a:r>
            <a:r>
              <a:rPr b="1" lang="en-US" sz="2300">
                <a:solidFill>
                  <a:schemeClr val="dk1"/>
                </a:solidFill>
                <a:latin typeface="Helvetica Neue"/>
                <a:ea typeface="Helvetica Neue"/>
                <a:cs typeface="Helvetica Neue"/>
                <a:sym typeface="Helvetica Neue"/>
              </a:rPr>
              <a:t>Psyche Inspired</a:t>
            </a:r>
            <a:r>
              <a:rPr lang="en-US" sz="2300">
                <a:solidFill>
                  <a:schemeClr val="dk1"/>
                </a:solidFill>
                <a:latin typeface="Helvetica Neue Light"/>
                <a:ea typeface="Helvetica Neue Light"/>
                <a:cs typeface="Helvetica Neue Light"/>
                <a:sym typeface="Helvetica Neue Light"/>
              </a:rPr>
              <a:t>, the mission’s public outreach program, classes of students from numerous universities over the years have created art projects in diverse media expressing what the Psyche mission means to them.</a:t>
            </a:r>
            <a:endParaRPr sz="2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Some of these art projects have been displayed in various local museums or on the ASU campus for short periods of time.  However, there has never been a physical museum experience showcasing every Psyche Inspired art piece in one place.  While all of the art pieces are available to view on the Psyche website, this does not give the same feeling of being in a museum.  Our team’s goal was to create a virtual reality museum that gave viewers the chance to experience Psyche Inspired art in the immersive museum setting that it deserves.</a:t>
            </a:r>
            <a:endParaRPr sz="2300">
              <a:solidFill>
                <a:schemeClr val="dk1"/>
              </a:solidFill>
              <a:latin typeface="Helvetica Neue Light"/>
              <a:ea typeface="Helvetica Neue Light"/>
              <a:cs typeface="Helvetica Neue Light"/>
              <a:sym typeface="Helvetica Neue Light"/>
            </a:endParaRPr>
          </a:p>
        </p:txBody>
      </p:sp>
      <p:pic>
        <p:nvPicPr>
          <p:cNvPr id="90" name="Google Shape;90;p1"/>
          <p:cNvPicPr preferRelativeResize="0"/>
          <p:nvPr/>
        </p:nvPicPr>
        <p:blipFill rotWithShape="1">
          <a:blip r:embed="rId4">
            <a:alphaModFix/>
          </a:blip>
          <a:srcRect b="3587" l="0" r="3223" t="0"/>
          <a:stretch/>
        </p:blipFill>
        <p:spPr>
          <a:xfrm>
            <a:off x="22658650" y="15183554"/>
            <a:ext cx="7348099" cy="4079100"/>
          </a:xfrm>
          <a:prstGeom prst="rect">
            <a:avLst/>
          </a:prstGeom>
          <a:noFill/>
          <a:ln cap="flat" cmpd="sng" w="38100">
            <a:solidFill>
              <a:srgbClr val="302144"/>
            </a:solidFill>
            <a:prstDash val="solid"/>
            <a:round/>
            <a:headEnd len="sm" w="sm" type="none"/>
            <a:tailEnd len="sm" w="sm" type="none"/>
          </a:ln>
        </p:spPr>
      </p:pic>
      <p:pic>
        <p:nvPicPr>
          <p:cNvPr id="91" name="Google Shape;91;p1"/>
          <p:cNvPicPr preferRelativeResize="0"/>
          <p:nvPr/>
        </p:nvPicPr>
        <p:blipFill rotWithShape="1">
          <a:blip r:embed="rId5">
            <a:alphaModFix/>
          </a:blip>
          <a:srcRect b="7913" l="0" r="1778" t="3380"/>
          <a:stretch/>
        </p:blipFill>
        <p:spPr>
          <a:xfrm>
            <a:off x="13751444" y="14645351"/>
            <a:ext cx="4501112" cy="4433100"/>
          </a:xfrm>
          <a:prstGeom prst="rect">
            <a:avLst/>
          </a:prstGeom>
          <a:noFill/>
          <a:ln cap="flat" cmpd="sng" w="38100">
            <a:solidFill>
              <a:srgbClr val="302144"/>
            </a:solidFill>
            <a:prstDash val="solid"/>
            <a:round/>
            <a:headEnd len="sm" w="sm" type="none"/>
            <a:tailEnd len="sm" w="sm" type="none"/>
          </a:ln>
        </p:spPr>
      </p:pic>
      <p:pic>
        <p:nvPicPr>
          <p:cNvPr id="92" name="Google Shape;92;p1"/>
          <p:cNvPicPr preferRelativeResize="0"/>
          <p:nvPr/>
        </p:nvPicPr>
        <p:blipFill>
          <a:blip r:embed="rId6">
            <a:alphaModFix/>
          </a:blip>
          <a:stretch>
            <a:fillRect/>
          </a:stretch>
        </p:blipFill>
        <p:spPr>
          <a:xfrm>
            <a:off x="23531137" y="8259373"/>
            <a:ext cx="5603124" cy="5011101"/>
          </a:xfrm>
          <a:prstGeom prst="rect">
            <a:avLst/>
          </a:prstGeom>
          <a:noFill/>
          <a:ln cap="flat" cmpd="sng" w="38100">
            <a:solidFill>
              <a:srgbClr val="302144"/>
            </a:solidFill>
            <a:prstDash val="solid"/>
            <a:round/>
            <a:headEnd len="sm" w="sm" type="none"/>
            <a:tailEnd len="sm" w="sm" type="none"/>
          </a:ln>
        </p:spPr>
      </p:pic>
      <p:sp>
        <p:nvSpPr>
          <p:cNvPr id="93" name="Google Shape;93;p1"/>
          <p:cNvSpPr txBox="1"/>
          <p:nvPr/>
        </p:nvSpPr>
        <p:spPr>
          <a:xfrm>
            <a:off x="22658700" y="19418025"/>
            <a:ext cx="7348200" cy="8313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dk1"/>
                </a:solidFill>
                <a:latin typeface="Helvetica Neue"/>
                <a:ea typeface="Helvetica Neue"/>
                <a:cs typeface="Helvetica Neue"/>
                <a:sym typeface="Helvetica Neue"/>
              </a:rPr>
              <a:t>Figure 4: These decorations randomly populate empty spaces in the museum, making it feel more vivid.  A checking algorithm ensures that </a:t>
            </a:r>
            <a:r>
              <a:rPr lang="en-US">
                <a:solidFill>
                  <a:schemeClr val="dk1"/>
                </a:solidFill>
                <a:latin typeface="Helvetica Neue"/>
                <a:ea typeface="Helvetica Neue"/>
                <a:cs typeface="Helvetica Neue"/>
                <a:sym typeface="Helvetica Neue"/>
              </a:rPr>
              <a:t>identical</a:t>
            </a:r>
            <a:r>
              <a:rPr lang="en-US">
                <a:solidFill>
                  <a:schemeClr val="dk1"/>
                </a:solidFill>
                <a:latin typeface="Helvetica Neue"/>
                <a:ea typeface="Helvetica Neue"/>
                <a:cs typeface="Helvetica Neue"/>
                <a:sym typeface="Helvetica Neue"/>
              </a:rPr>
              <a:t> decorations do not appear in twice in the same room.</a:t>
            </a:r>
            <a:endParaRPr>
              <a:solidFill>
                <a:schemeClr val="dk1"/>
              </a:solidFill>
              <a:latin typeface="Helvetica Neue"/>
              <a:ea typeface="Helvetica Neue"/>
              <a:cs typeface="Helvetica Neue"/>
              <a:sym typeface="Helvetica Neue"/>
            </a:endParaRPr>
          </a:p>
        </p:txBody>
      </p:sp>
      <p:sp>
        <p:nvSpPr>
          <p:cNvPr id="94" name="Google Shape;94;p1"/>
          <p:cNvSpPr txBox="1"/>
          <p:nvPr/>
        </p:nvSpPr>
        <p:spPr>
          <a:xfrm>
            <a:off x="22581001" y="13425496"/>
            <a:ext cx="7503600" cy="6156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dk1"/>
                </a:solidFill>
                <a:latin typeface="Helvetica Neue"/>
                <a:ea typeface="Helvetica Neue"/>
                <a:cs typeface="Helvetica Neue"/>
                <a:sym typeface="Helvetica Neue"/>
              </a:rPr>
              <a:t>Figure 3: Visualization of generated Room Chunks. Each room is connected to the next in a snake-like pattern, and each room is confined to its own chunk.</a:t>
            </a:r>
            <a:endParaRPr>
              <a:solidFill>
                <a:schemeClr val="dk1"/>
              </a:solidFill>
              <a:latin typeface="Helvetica Neue"/>
              <a:ea typeface="Helvetica Neue"/>
              <a:cs typeface="Helvetica Neue"/>
              <a:sym typeface="Helvetica Neue"/>
            </a:endParaRPr>
          </a:p>
        </p:txBody>
      </p:sp>
      <p:sp>
        <p:nvSpPr>
          <p:cNvPr id="95" name="Google Shape;95;p1"/>
          <p:cNvSpPr txBox="1"/>
          <p:nvPr/>
        </p:nvSpPr>
        <p:spPr>
          <a:xfrm>
            <a:off x="12250201" y="19230206"/>
            <a:ext cx="7503600" cy="10467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dk1"/>
                </a:solidFill>
                <a:latin typeface="Helvetica Neue"/>
                <a:ea typeface="Helvetica Neue"/>
                <a:cs typeface="Helvetica Neue"/>
                <a:sym typeface="Helvetica Neue"/>
              </a:rPr>
              <a:t>Figure 2: An art frame from the museum showing one of the Psyche Inspired art projects.  The artist information is shown on a plaque to the right of the frame.  Pressing a </a:t>
            </a:r>
            <a:r>
              <a:rPr lang="en-US">
                <a:solidFill>
                  <a:schemeClr val="dk1"/>
                </a:solidFill>
                <a:latin typeface="Helvetica Neue"/>
                <a:ea typeface="Helvetica Neue"/>
                <a:cs typeface="Helvetica Neue"/>
                <a:sym typeface="Helvetica Neue"/>
              </a:rPr>
              <a:t>button</a:t>
            </a:r>
            <a:r>
              <a:rPr lang="en-US">
                <a:solidFill>
                  <a:schemeClr val="dk1"/>
                </a:solidFill>
                <a:latin typeface="Helvetica Neue"/>
                <a:ea typeface="Helvetica Neue"/>
                <a:cs typeface="Helvetica Neue"/>
                <a:sym typeface="Helvetica Neue"/>
              </a:rPr>
              <a:t> next to the plaque will expand the plaque to show the full artist’s description.  A small light above the frame illuminates the frame with mood lighting.</a:t>
            </a:r>
            <a:endParaRPr>
              <a:solidFill>
                <a:schemeClr val="dk1"/>
              </a:solidFill>
              <a:latin typeface="Helvetica Neue"/>
              <a:ea typeface="Helvetica Neue"/>
              <a:cs typeface="Helvetica Neue"/>
              <a:sym typeface="Helvetica Neue"/>
            </a:endParaRPr>
          </a:p>
        </p:txBody>
      </p:sp>
      <p:sp>
        <p:nvSpPr>
          <p:cNvPr id="96" name="Google Shape;96;p1"/>
          <p:cNvSpPr txBox="1"/>
          <p:nvPr/>
        </p:nvSpPr>
        <p:spPr>
          <a:xfrm>
            <a:off x="957550" y="15062100"/>
            <a:ext cx="9427500" cy="37248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4600">
                <a:solidFill>
                  <a:schemeClr val="dk1"/>
                </a:solidFill>
                <a:latin typeface="Helvetica Neue Light"/>
                <a:ea typeface="Helvetica Neue Light"/>
                <a:cs typeface="Helvetica Neue Light"/>
                <a:sym typeface="Helvetica Neue Light"/>
              </a:rPr>
              <a:t>Artwork Display</a:t>
            </a:r>
            <a:endParaRPr sz="46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lang="en-US" sz="2300">
                <a:solidFill>
                  <a:schemeClr val="dk1"/>
                </a:solidFill>
                <a:latin typeface="Helvetica Neue Light"/>
                <a:ea typeface="Helvetica Neue Light"/>
                <a:cs typeface="Helvetica Neue Light"/>
                <a:sym typeface="Helvetica Neue Light"/>
              </a:rPr>
              <a:t>Each piece of artwork is displayed in high definition, with the artist’s Name, Major, Genre, Date of Creation, and a small description of the art piece. Clicking the small button to the right of the display brings out the full description of the art piece.</a:t>
            </a:r>
            <a:endParaRPr sz="23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Each tour of the museum contains a curated selection of displays from the database, providing each user their own unique set of art pieces. Videos and music automatically play when you approach the display, allowing you to enjoy them in their entirety.</a:t>
            </a:r>
            <a:endParaRPr sz="4600">
              <a:solidFill>
                <a:schemeClr val="dk1"/>
              </a:solidFill>
              <a:latin typeface="Helvetica Neue Light"/>
              <a:ea typeface="Helvetica Neue Light"/>
              <a:cs typeface="Helvetica Neue Light"/>
              <a:sym typeface="Helvetica Neue Light"/>
            </a:endParaRPr>
          </a:p>
        </p:txBody>
      </p:sp>
      <p:pic>
        <p:nvPicPr>
          <p:cNvPr id="97" name="Google Shape;97;p1"/>
          <p:cNvPicPr preferRelativeResize="0"/>
          <p:nvPr/>
        </p:nvPicPr>
        <p:blipFill>
          <a:blip r:embed="rId7">
            <a:alphaModFix/>
          </a:blip>
          <a:stretch>
            <a:fillRect/>
          </a:stretch>
        </p:blipFill>
        <p:spPr>
          <a:xfrm>
            <a:off x="12250200" y="10097244"/>
            <a:ext cx="7503599" cy="3399737"/>
          </a:xfrm>
          <a:prstGeom prst="rect">
            <a:avLst/>
          </a:prstGeom>
          <a:noFill/>
          <a:ln cap="flat" cmpd="sng" w="38100">
            <a:solidFill>
              <a:srgbClr val="302144"/>
            </a:solidFill>
            <a:prstDash val="solid"/>
            <a:round/>
            <a:headEnd len="sm" w="sm" type="none"/>
            <a:tailEnd len="sm" w="sm" type="none"/>
          </a:ln>
        </p:spPr>
      </p:pic>
      <p:sp>
        <p:nvSpPr>
          <p:cNvPr id="98" name="Google Shape;98;p1"/>
          <p:cNvSpPr txBox="1"/>
          <p:nvPr/>
        </p:nvSpPr>
        <p:spPr>
          <a:xfrm>
            <a:off x="12250201" y="13641372"/>
            <a:ext cx="7503600" cy="615600"/>
          </a:xfrm>
          <a:prstGeom prst="rect">
            <a:avLst/>
          </a:prstGeom>
          <a:solidFill>
            <a:srgbClr val="F9A000"/>
          </a:solidFill>
          <a:ln cap="flat" cmpd="sng" w="76200">
            <a:solidFill>
              <a:srgbClr val="59265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dk1"/>
                </a:solidFill>
                <a:latin typeface="Helvetica Neue"/>
                <a:ea typeface="Helvetica Neue"/>
                <a:cs typeface="Helvetica Neue"/>
                <a:sym typeface="Helvetica Neue"/>
              </a:rPr>
              <a:t>Figure 1: </a:t>
            </a:r>
            <a:r>
              <a:rPr lang="en-US">
                <a:solidFill>
                  <a:schemeClr val="dk1"/>
                </a:solidFill>
                <a:latin typeface="Helvetica Neue"/>
                <a:ea typeface="Helvetica Neue"/>
                <a:cs typeface="Helvetica Neue"/>
                <a:sym typeface="Helvetica Neue"/>
              </a:rPr>
              <a:t>Activity flow diagram illustrating how the web scraper collects, processes, and stores artwork data into the internal </a:t>
            </a:r>
            <a:r>
              <a:rPr lang="en-US">
                <a:solidFill>
                  <a:schemeClr val="dk1"/>
                </a:solidFill>
                <a:latin typeface="Helvetica Neue"/>
                <a:ea typeface="Helvetica Neue"/>
                <a:cs typeface="Helvetica Neue"/>
                <a:sym typeface="Helvetica Neue"/>
              </a:rPr>
              <a:t>database</a:t>
            </a:r>
            <a:r>
              <a:rPr lang="en-US">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pic>
        <p:nvPicPr>
          <p:cNvPr id="99" name="Google Shape;99;p1"/>
          <p:cNvPicPr preferRelativeResize="0"/>
          <p:nvPr/>
        </p:nvPicPr>
        <p:blipFill>
          <a:blip r:embed="rId8">
            <a:alphaModFix/>
          </a:blip>
          <a:stretch>
            <a:fillRect/>
          </a:stretch>
        </p:blipFill>
        <p:spPr>
          <a:xfrm>
            <a:off x="22658690" y="333100"/>
            <a:ext cx="8917059" cy="2956374"/>
          </a:xfrm>
          <a:prstGeom prst="rect">
            <a:avLst/>
          </a:prstGeom>
          <a:noFill/>
          <a:ln>
            <a:noFill/>
          </a:ln>
        </p:spPr>
      </p:pic>
      <p:pic>
        <p:nvPicPr>
          <p:cNvPr id="100" name="Google Shape;100;p1"/>
          <p:cNvPicPr preferRelativeResize="0"/>
          <p:nvPr/>
        </p:nvPicPr>
        <p:blipFill>
          <a:blip r:embed="rId9">
            <a:alphaModFix/>
          </a:blip>
          <a:stretch>
            <a:fillRect/>
          </a:stretch>
        </p:blipFill>
        <p:spPr>
          <a:xfrm>
            <a:off x="317502" y="486459"/>
            <a:ext cx="2956373" cy="29563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2012-11-15T21:29:53Z</dcterms:created>
  <dc:creator>Windows User</dc:creator>
</cp:coreProperties>
</file>